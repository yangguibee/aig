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4" r:id="rId2"/>
    <p:sldId id="326" r:id="rId3"/>
    <p:sldId id="344" r:id="rId4"/>
    <p:sldId id="420" r:id="rId5"/>
    <p:sldId id="345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8" autoAdjust="0"/>
    <p:restoredTop sz="85604" autoAdjust="0"/>
  </p:normalViewPr>
  <p:slideViewPr>
    <p:cSldViewPr snapToGrid="0">
      <p:cViewPr varScale="1">
        <p:scale>
          <a:sx n="74" d="100"/>
          <a:sy n="74" d="100"/>
        </p:scale>
        <p:origin x="18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13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00930" y="5045555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178962" y="5646711"/>
            <a:ext cx="2031325" cy="4687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FFABA92-C0B3-4C6A-8D38-821A7E5A5909}"/>
              </a:ext>
            </a:extLst>
          </p:cNvPr>
          <p:cNvSpPr/>
          <p:nvPr/>
        </p:nvSpPr>
        <p:spPr>
          <a:xfrm>
            <a:off x="5755358" y="3194645"/>
            <a:ext cx="6114521" cy="296169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9E014835-437A-4E8F-AF1B-7A0DD2543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" y="210428"/>
            <a:ext cx="2322231" cy="18099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00F15E-9D50-4F9C-B372-86281C503797}"/>
              </a:ext>
            </a:extLst>
          </p:cNvPr>
          <p:cNvSpPr txBox="1"/>
          <p:nvPr/>
        </p:nvSpPr>
        <p:spPr>
          <a:xfrm>
            <a:off x="568794" y="598161"/>
            <a:ext cx="1556836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12</a:t>
            </a:r>
            <a:r>
              <a:rPr lang="ko-KR" altLang="en-US" sz="2000" b="1" dirty="0"/>
              <a:t>강</a:t>
            </a:r>
            <a:r>
              <a:rPr lang="en-US" altLang="ko-KR" sz="2000" b="1" dirty="0"/>
              <a:t>.</a:t>
            </a:r>
          </a:p>
          <a:p>
            <a:pPr algn="ctr"/>
            <a:endParaRPr lang="en-US" altLang="ko-KR" sz="1100" b="1" dirty="0"/>
          </a:p>
          <a:p>
            <a:pPr algn="ctr"/>
            <a:r>
              <a:rPr lang="ko-KR" altLang="en-US" sz="2000" b="1" dirty="0"/>
              <a:t>글로벌</a:t>
            </a:r>
            <a:r>
              <a:rPr lang="en-US" altLang="ko-KR" sz="2000" b="1" dirty="0"/>
              <a:t> AI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 algn="ctr"/>
            <a:r>
              <a:rPr lang="ko-KR" altLang="en-US" sz="2000" b="1" dirty="0" err="1"/>
              <a:t>법규제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동향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FDDED-1C1C-4979-94AF-D2BE7621CF82}"/>
              </a:ext>
            </a:extLst>
          </p:cNvPr>
          <p:cNvSpPr txBox="1"/>
          <p:nvPr/>
        </p:nvSpPr>
        <p:spPr>
          <a:xfrm>
            <a:off x="186093" y="3015698"/>
            <a:ext cx="48269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000FF"/>
                </a:solidFill>
              </a:rPr>
              <a:t>[1] </a:t>
            </a:r>
            <a:r>
              <a:rPr lang="ko-KR" altLang="en-US" sz="2400" b="1" dirty="0">
                <a:solidFill>
                  <a:srgbClr val="0000FF"/>
                </a:solidFill>
              </a:rPr>
              <a:t>글로벌 </a:t>
            </a:r>
            <a:r>
              <a:rPr lang="en-US" altLang="ko-KR" sz="2400" b="1" dirty="0">
                <a:solidFill>
                  <a:srgbClr val="0000FF"/>
                </a:solidFill>
              </a:rPr>
              <a:t>AI </a:t>
            </a:r>
            <a:r>
              <a:rPr lang="ko-KR" altLang="en-US" sz="2400" b="1" dirty="0">
                <a:solidFill>
                  <a:srgbClr val="0000FF"/>
                </a:solidFill>
              </a:rPr>
              <a:t>규제</a:t>
            </a:r>
            <a:endParaRPr lang="en-US" altLang="ko-KR" sz="2400" b="1" dirty="0">
              <a:solidFill>
                <a:srgbClr val="0000FF"/>
              </a:solidFill>
            </a:endParaRPr>
          </a:p>
          <a:p>
            <a:endParaRPr lang="ko-KR" altLang="en-US" sz="2400" b="1" dirty="0">
              <a:solidFill>
                <a:srgbClr val="0000FF"/>
              </a:solidFill>
            </a:endParaRPr>
          </a:p>
          <a:p>
            <a:r>
              <a:rPr lang="en-US" altLang="ko-KR" sz="2400" b="1" dirty="0">
                <a:solidFill>
                  <a:srgbClr val="0000FF"/>
                </a:solidFill>
              </a:rPr>
              <a:t>[2] </a:t>
            </a:r>
            <a:r>
              <a:rPr lang="ko-KR" altLang="en-US" sz="2400" b="1" dirty="0">
                <a:solidFill>
                  <a:srgbClr val="0000FF"/>
                </a:solidFill>
              </a:rPr>
              <a:t>글로벌 </a:t>
            </a:r>
            <a:r>
              <a:rPr lang="en-US" altLang="ko-KR" sz="2400" b="1" dirty="0">
                <a:solidFill>
                  <a:srgbClr val="0000FF"/>
                </a:solidFill>
              </a:rPr>
              <a:t>AI </a:t>
            </a:r>
            <a:r>
              <a:rPr lang="ko-KR" altLang="en-US" sz="2400" b="1" dirty="0">
                <a:solidFill>
                  <a:srgbClr val="0000FF"/>
                </a:solidFill>
              </a:rPr>
              <a:t>거버넌스 주요 이슈</a:t>
            </a:r>
            <a:endParaRPr lang="en-US" altLang="ko-KR" sz="2400" b="1" dirty="0">
              <a:solidFill>
                <a:srgbClr val="0000FF"/>
              </a:solidFill>
            </a:endParaRPr>
          </a:p>
          <a:p>
            <a:endParaRPr lang="ko-KR" altLang="en-US" sz="2400" b="1" dirty="0">
              <a:solidFill>
                <a:srgbClr val="0000FF"/>
              </a:solidFill>
            </a:endParaRPr>
          </a:p>
          <a:p>
            <a:r>
              <a:rPr lang="en-US" altLang="ko-KR" sz="2400" b="1" dirty="0">
                <a:solidFill>
                  <a:srgbClr val="0000FF"/>
                </a:solidFill>
              </a:rPr>
              <a:t>[3] </a:t>
            </a:r>
            <a:r>
              <a:rPr lang="ko-KR" altLang="en-US" sz="2400" b="1" dirty="0">
                <a:solidFill>
                  <a:srgbClr val="0000FF"/>
                </a:solidFill>
              </a:rPr>
              <a:t>글로벌 </a:t>
            </a:r>
            <a:r>
              <a:rPr lang="en-US" altLang="ko-KR" sz="2400" b="1" dirty="0">
                <a:solidFill>
                  <a:srgbClr val="0000FF"/>
                </a:solidFill>
              </a:rPr>
              <a:t>AI </a:t>
            </a:r>
            <a:r>
              <a:rPr lang="ko-KR" altLang="en-US" sz="2400" b="1" dirty="0">
                <a:solidFill>
                  <a:srgbClr val="0000FF"/>
                </a:solidFill>
              </a:rPr>
              <a:t>거버넌스 연구 동향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C3DAE1-4F98-46FC-A16B-6ACA61D9F131}"/>
              </a:ext>
            </a:extLst>
          </p:cNvPr>
          <p:cNvSpPr txBox="1"/>
          <p:nvPr/>
        </p:nvSpPr>
        <p:spPr>
          <a:xfrm>
            <a:off x="7344198" y="2020352"/>
            <a:ext cx="48478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[1] </a:t>
            </a:r>
            <a:r>
              <a:rPr lang="ko-KR" altLang="en-US" sz="2000" dirty="0"/>
              <a:t>한국</a:t>
            </a:r>
          </a:p>
          <a:p>
            <a:r>
              <a:rPr lang="en-US" altLang="ko-KR" sz="2000" dirty="0"/>
              <a:t>[2] </a:t>
            </a:r>
            <a:r>
              <a:rPr lang="ko-KR" altLang="en-US" sz="2000" dirty="0"/>
              <a:t>유럽연합 </a:t>
            </a:r>
            <a:r>
              <a:rPr lang="en-US" altLang="ko-KR" sz="2000" dirty="0"/>
              <a:t>(</a:t>
            </a:r>
            <a:r>
              <a:rPr lang="ko-KR" altLang="en-US" sz="2000" dirty="0"/>
              <a:t>영국</a:t>
            </a:r>
            <a:r>
              <a:rPr lang="en-US" altLang="ko-KR" sz="2000" dirty="0"/>
              <a:t>, </a:t>
            </a:r>
            <a:r>
              <a:rPr lang="ko-KR" altLang="en-US" sz="2000" dirty="0"/>
              <a:t>프랑스</a:t>
            </a:r>
            <a:r>
              <a:rPr lang="en-US" altLang="ko-KR" sz="2000" dirty="0"/>
              <a:t>, </a:t>
            </a:r>
            <a:r>
              <a:rPr lang="ko-KR" altLang="en-US" sz="2000" dirty="0"/>
              <a:t>독일</a:t>
            </a:r>
            <a:r>
              <a:rPr lang="en-US" altLang="ko-KR" sz="2000" dirty="0"/>
              <a:t>, </a:t>
            </a:r>
            <a:r>
              <a:rPr lang="ko-KR" altLang="en-US" sz="2000" dirty="0"/>
              <a:t>스페인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[3] </a:t>
            </a:r>
            <a:r>
              <a:rPr lang="ko-KR" altLang="en-US" sz="2000" dirty="0"/>
              <a:t>미국</a:t>
            </a:r>
          </a:p>
          <a:p>
            <a:r>
              <a:rPr lang="en-US" altLang="ko-KR" sz="2000" dirty="0"/>
              <a:t>[4] </a:t>
            </a:r>
            <a:r>
              <a:rPr lang="ko-KR" altLang="en-US" sz="2000" dirty="0"/>
              <a:t>중국</a:t>
            </a:r>
          </a:p>
          <a:p>
            <a:r>
              <a:rPr lang="en-US" altLang="ko-KR" sz="2000" dirty="0"/>
              <a:t>[5] </a:t>
            </a:r>
            <a:r>
              <a:rPr lang="ko-KR" altLang="en-US" sz="2000" dirty="0"/>
              <a:t>일본</a:t>
            </a:r>
          </a:p>
          <a:p>
            <a:r>
              <a:rPr lang="en-US" altLang="ko-KR" sz="2000" dirty="0"/>
              <a:t>[6] </a:t>
            </a:r>
            <a:r>
              <a:rPr lang="ko-KR" altLang="en-US" sz="2000" dirty="0"/>
              <a:t>캐나다</a:t>
            </a:r>
          </a:p>
          <a:p>
            <a:r>
              <a:rPr lang="en-US" altLang="ko-KR" sz="2000" dirty="0"/>
              <a:t>[7] </a:t>
            </a:r>
            <a:r>
              <a:rPr lang="ko-KR" altLang="en-US" sz="2000" dirty="0"/>
              <a:t>싱가포르</a:t>
            </a:r>
          </a:p>
          <a:p>
            <a:r>
              <a:rPr lang="en-US" altLang="ko-KR" sz="2000" dirty="0"/>
              <a:t>[8] </a:t>
            </a:r>
            <a:r>
              <a:rPr lang="ko-KR" altLang="en-US" sz="2000" dirty="0"/>
              <a:t>인도</a:t>
            </a:r>
          </a:p>
          <a:p>
            <a:r>
              <a:rPr lang="en-US" altLang="ko-KR" sz="2000" dirty="0"/>
              <a:t>[9] </a:t>
            </a:r>
            <a:r>
              <a:rPr lang="ko-KR" altLang="en-US" sz="2000" dirty="0"/>
              <a:t>호주</a:t>
            </a:r>
          </a:p>
          <a:p>
            <a:r>
              <a:rPr lang="en-US" altLang="ko-KR" sz="2000" dirty="0"/>
              <a:t>[10] </a:t>
            </a:r>
            <a:r>
              <a:rPr lang="ko-KR" altLang="en-US" sz="2000" dirty="0"/>
              <a:t>브라질</a:t>
            </a:r>
          </a:p>
          <a:p>
            <a:r>
              <a:rPr lang="en-US" altLang="ko-KR" sz="2000" dirty="0"/>
              <a:t>[11] </a:t>
            </a:r>
            <a:r>
              <a:rPr lang="ko-KR" altLang="en-US" sz="2000" dirty="0"/>
              <a:t>러시아</a:t>
            </a:r>
          </a:p>
          <a:p>
            <a:r>
              <a:rPr lang="en-US" altLang="ko-KR" sz="2000" dirty="0"/>
              <a:t>[12] </a:t>
            </a:r>
            <a:r>
              <a:rPr lang="ko-KR" altLang="en-US" sz="2000" dirty="0"/>
              <a:t>국제기구</a:t>
            </a:r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FACC7107-3A09-4C04-8D1E-5D02C113C27E}"/>
              </a:ext>
            </a:extLst>
          </p:cNvPr>
          <p:cNvSpPr/>
          <p:nvPr/>
        </p:nvSpPr>
        <p:spPr>
          <a:xfrm>
            <a:off x="6918079" y="2205567"/>
            <a:ext cx="426119" cy="33899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CA47A72F-5831-48D7-85DE-858A37EE0566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273922" y="3286664"/>
            <a:ext cx="1644157" cy="613871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8CBBFC1C-E156-4EA2-A3E4-2552C08F0A48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273922" y="3900535"/>
            <a:ext cx="1644157" cy="12643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1E96AD2D-FEFC-4B4A-8941-5D7FBA8C7CD6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339751" y="3900535"/>
            <a:ext cx="1578328" cy="688718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65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075809" y="2767280"/>
            <a:ext cx="37449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13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 </a:t>
            </a:r>
            <a:r>
              <a:rPr lang="ko-KR" altLang="en-US" sz="3200" b="1" dirty="0"/>
              <a:t>국제표준화</a:t>
            </a:r>
            <a:r>
              <a:rPr lang="en-US" altLang="ko-KR" sz="3200" b="1" dirty="0"/>
              <a:t>(1/2)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11852</TotalTime>
  <Words>322</Words>
  <Application>Microsoft Office PowerPoint</Application>
  <PresentationFormat>와이드스크린</PresentationFormat>
  <Paragraphs>61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303</cp:revision>
  <cp:lastPrinted>2026-04-30T06:21:50Z</cp:lastPrinted>
  <dcterms:created xsi:type="dcterms:W3CDTF">2026-02-24T07:28:13Z</dcterms:created>
  <dcterms:modified xsi:type="dcterms:W3CDTF">2026-05-22T10:17:41Z</dcterms:modified>
</cp:coreProperties>
</file>