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aleway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font" Target="fonts/Raleway-boldItalic.fnt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italic.fntdata"/><Relationship Id="rId14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aleway-regular.fntdata"/><Relationship Id="rId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5576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인공지능기본법상 규제 샌드박스 제도화 연구  (2026) </a:t>
            </a:r>
            <a:endParaRPr sz="2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0" y="1289498"/>
            <a:ext cx="37773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연구 결과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EU AI Act는 위험기반(Risk-Based) 규제를 채택하여 고위험 AI에 대한 안전성을 강화함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규제 샌드박스를 통해 혁신적인 AI 기술의 실증 및 검증을 지원함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한국은 부처별 규제 샌드박스가 분산 운영되고 있어 통합적 AI 거버넌스 체계가 필요함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3910800" y="1289498"/>
            <a:ext cx="37773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논문의 특징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한국 인공지능기본법과 EU AI Act를 비교 분석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AI 규제와 산업 혁신의 균형 방안을 제시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규제 샌드박스를 AI 거버넌스 관점에서 연구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0" y="2838298"/>
            <a:ext cx="37773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논문 평가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강점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인공지능기본법과 EU AI Act를 체계적으로 비교 분석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AI 산업 발전과 안전성 확보를 동시에 고려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한계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실제 산업 적용 사례 분석 부족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기술적 구현 방안에 대한 논의가 제한적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3910800" y="2838298"/>
            <a:ext cx="37773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나의 연구계획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EU AI Act와 한국 인공지능기본법 비교 연구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의료 AI의 설명가능성(XAI) 및 책임성 연구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생성형 AI의 신뢰성 및 투명성 확보 방안 연구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