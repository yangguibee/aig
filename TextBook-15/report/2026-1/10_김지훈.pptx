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5"/>
    <p:restoredTop sz="72518" autoAdjust="0"/>
  </p:normalViewPr>
  <p:slideViewPr>
    <p:cSldViewPr snapToGrid="0" snapToObjects="1">
      <p:cViewPr varScale="1">
        <p:scale>
          <a:sx n="104" d="100"/>
          <a:sy n="104" d="100"/>
        </p:scale>
        <p:origin x="19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9104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400" b="1" dirty="0"/>
              <a:t>[핵심 결론 배너를 가리키며]</a:t>
            </a:r>
            <a:endParaRPr lang="ko-KR" altLang="ko-KR" sz="1400" dirty="0"/>
          </a:p>
          <a:p>
            <a:r>
              <a:rPr lang="ko-KR" altLang="ko-KR" sz="1400" dirty="0"/>
              <a:t>"제가 검토한 논문은 한양대 이유정의 2026년 석사학위논문, 'AI 위험 거버넌스에 관한 </a:t>
            </a:r>
            <a:r>
              <a:rPr lang="ko-KR" altLang="ko-KR" sz="1400" dirty="0" err="1"/>
              <a:t>연구'입니다</a:t>
            </a:r>
            <a:r>
              <a:rPr lang="ko-KR" altLang="ko-KR" sz="1400" dirty="0"/>
              <a:t>.</a:t>
            </a:r>
          </a:p>
          <a:p>
            <a:r>
              <a:rPr lang="ko-KR" altLang="ko-KR" sz="1400" dirty="0"/>
              <a:t>결론부터 말씀드리면 — AI 위험은 사고 중심의 전통적 고위험기술인 원자력보다 합성생물학에 더 가깝고, 따라서 합성생물학을 위해 만들어진 거버넌스인 '신중한 </a:t>
            </a:r>
            <a:r>
              <a:rPr lang="ko-KR" altLang="ko-KR" sz="1400" dirty="0" err="1"/>
              <a:t>경계'가</a:t>
            </a:r>
            <a:r>
              <a:rPr lang="ko-KR" altLang="ko-KR" sz="1400" dirty="0"/>
              <a:t> AI 거버넌스의 유효한 분석 틀이 될 수 있다는 것입니다.</a:t>
            </a:r>
            <a:endParaRPr lang="en-US" altLang="ko-KR" sz="1400" dirty="0"/>
          </a:p>
          <a:p>
            <a:endParaRPr lang="ko-KR" altLang="ko-KR" sz="1400" dirty="0"/>
          </a:p>
          <a:p>
            <a:r>
              <a:rPr lang="ko-KR" altLang="ko-KR" sz="1400" b="1" dirty="0"/>
              <a:t>[① 논문이 밝힌 것]</a:t>
            </a:r>
            <a:endParaRPr lang="ko-KR" altLang="ko-KR" sz="1400" dirty="0"/>
          </a:p>
          <a:p>
            <a:r>
              <a:rPr lang="ko-KR" altLang="ko-KR" sz="1400" dirty="0"/>
              <a:t>저자는 합성생물학, AI, 원자력 세 기술의 위험 담론을 체계적 문헌고찰과 SBERT 군집분석, 유사도 매칭으로 정량 비교했습니다.</a:t>
            </a:r>
          </a:p>
          <a:p>
            <a:r>
              <a:rPr lang="ko-KR" altLang="ko-KR" sz="1400" dirty="0"/>
              <a:t>그 결과 </a:t>
            </a:r>
            <a:r>
              <a:rPr lang="ko-KR" altLang="ko-KR" sz="1400" dirty="0" err="1"/>
              <a:t>AI와</a:t>
            </a:r>
            <a:r>
              <a:rPr lang="ko-KR" altLang="ko-KR" sz="1400" dirty="0"/>
              <a:t> 합성생물학은 불확실성, 책임 주체의 모호함, 제도 적응의 한계라는 위험 구조를 공유한다는 걸 확인했습니다. 두 기술의 위험구조 유사도는 0.617로 가장 높았던 반면, 원자력과는 둘 다 0.53 수준에 그쳤습니다. 즉 </a:t>
            </a:r>
            <a:r>
              <a:rPr lang="ko-KR" altLang="ko-KR" sz="1400" dirty="0" err="1"/>
              <a:t>신흥기술끼리의</a:t>
            </a:r>
            <a:r>
              <a:rPr lang="ko-KR" altLang="ko-KR" sz="1400" dirty="0"/>
              <a:t> 유사성은 단순히 '위험한 </a:t>
            </a:r>
            <a:r>
              <a:rPr lang="ko-KR" altLang="ko-KR" sz="1400" dirty="0" err="1"/>
              <a:t>기술이라서'가</a:t>
            </a:r>
            <a:r>
              <a:rPr lang="ko-KR" altLang="ko-KR" sz="1400" dirty="0"/>
              <a:t> 아니라는 거죠. 이게 이 논문의 핵심 설계입니다.</a:t>
            </a:r>
            <a:endParaRPr lang="en-US" altLang="ko-KR" sz="1400" dirty="0"/>
          </a:p>
          <a:p>
            <a:endParaRPr lang="ko-KR" altLang="ko-KR" sz="1400" dirty="0"/>
          </a:p>
          <a:p>
            <a:r>
              <a:rPr lang="ko-KR" altLang="ko-KR" sz="1400" b="1" dirty="0"/>
              <a:t>[② 나의 평가]</a:t>
            </a:r>
            <a:endParaRPr lang="ko-KR" altLang="ko-KR" sz="1400" dirty="0"/>
          </a:p>
          <a:p>
            <a:r>
              <a:rPr lang="ko-KR" altLang="ko-KR" sz="1400" dirty="0"/>
              <a:t>이 논문의 강점은, 그동안 선언적으로만 논의되던 거버넌스 문제를 </a:t>
            </a:r>
            <a:r>
              <a:rPr lang="ko-KR" altLang="ko-KR" sz="1400" dirty="0" err="1"/>
              <a:t>임베딩과</a:t>
            </a:r>
            <a:r>
              <a:rPr lang="ko-KR" altLang="ko-KR" sz="1400" dirty="0"/>
              <a:t> 군집 매칭으로 </a:t>
            </a:r>
            <a:r>
              <a:rPr lang="ko-KR" altLang="ko-KR" sz="1400" dirty="0" err="1"/>
              <a:t>정량화했다는</a:t>
            </a:r>
            <a:r>
              <a:rPr lang="ko-KR" altLang="ko-KR" sz="1400" dirty="0"/>
              <a:t> 점, 그리고 원자력을 비교 기준으로 둬서 결과의 설득력을 확보했다는 점입니다.</a:t>
            </a:r>
          </a:p>
          <a:p>
            <a:r>
              <a:rPr lang="ko-KR" altLang="ko-KR" sz="1400" dirty="0"/>
              <a:t>다만 실제 위험 사건이 아니라 문헌 속 담론을 분석했다는 점, </a:t>
            </a:r>
            <a:r>
              <a:rPr lang="ko-KR" altLang="ko-KR" sz="1400" dirty="0" err="1"/>
              <a:t>AI를</a:t>
            </a:r>
            <a:r>
              <a:rPr lang="ko-KR" altLang="ko-KR" sz="1400" dirty="0"/>
              <a:t> </a:t>
            </a:r>
            <a:r>
              <a:rPr lang="ko-KR" altLang="ko-KR" sz="1400" dirty="0" err="1"/>
              <a:t>생성형·자율·의료</a:t>
            </a:r>
            <a:r>
              <a:rPr lang="ko-KR" altLang="ko-KR" sz="1400" dirty="0"/>
              <a:t> </a:t>
            </a:r>
            <a:r>
              <a:rPr lang="ko-KR" altLang="ko-KR" sz="1400" dirty="0" err="1"/>
              <a:t>AI로</a:t>
            </a:r>
            <a:r>
              <a:rPr lang="ko-KR" altLang="ko-KR" sz="1400" dirty="0"/>
              <a:t> 나누지 않고 하나의 범주로 뭉뚱그렸다는 점은 한계로 보입니다.</a:t>
            </a:r>
            <a:endParaRPr lang="en-US" altLang="ko-KR" sz="1400" dirty="0"/>
          </a:p>
          <a:p>
            <a:endParaRPr lang="ko-KR" altLang="ko-KR" sz="1400" dirty="0"/>
          </a:p>
          <a:p>
            <a:r>
              <a:rPr lang="ko-KR" altLang="ko-KR" sz="1400" b="1" dirty="0"/>
              <a:t>[③ 향후 연구계획]</a:t>
            </a:r>
            <a:endParaRPr lang="ko-KR" altLang="ko-KR" sz="1400" dirty="0"/>
          </a:p>
          <a:p>
            <a:r>
              <a:rPr lang="ko-KR" altLang="ko-KR" sz="1400" dirty="0"/>
              <a:t>이 논문은 '신중한 </a:t>
            </a:r>
            <a:r>
              <a:rPr lang="ko-KR" altLang="ko-KR" sz="1400" dirty="0" err="1"/>
              <a:t>경계'의</a:t>
            </a:r>
            <a:r>
              <a:rPr lang="ko-KR" altLang="ko-KR" sz="1400" dirty="0"/>
              <a:t> 적용 가능성을 이론적 차원에서 확인하는 데 그쳤습니다.</a:t>
            </a:r>
          </a:p>
          <a:p>
            <a:r>
              <a:rPr lang="ko-KR" altLang="ko-KR" sz="1400" dirty="0"/>
              <a:t>그래서 제가 구상하는 후속 연구로는, 인공지능기본법과 EU AI </a:t>
            </a:r>
            <a:r>
              <a:rPr lang="ko-KR" altLang="ko-KR" sz="1400" dirty="0" err="1"/>
              <a:t>Act</a:t>
            </a:r>
            <a:r>
              <a:rPr lang="ko-KR" altLang="ko-KR" sz="1400" dirty="0"/>
              <a:t> 같은 실제 제도를 신중한 경계의 단계적 관리 관점 — 사전 위험평가에서 모니터링, 통제로 이어지는 흐름 — 에서 </a:t>
            </a:r>
            <a:r>
              <a:rPr lang="ko-KR" altLang="ko-KR" sz="1400" dirty="0" err="1"/>
              <a:t>비교·평가하고자</a:t>
            </a:r>
            <a:r>
              <a:rPr lang="ko-KR" altLang="ko-KR" sz="1400" dirty="0"/>
              <a:t> 합니다. 이상입니다."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 : 논문 평가 및 향후 연구계획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560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이유정(2026), 「AI 위험 거버넌스에 관한 연구: 합성생물학에 대한 신중한 경계를 중심으로」, 한양대학교 석사학위논문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123444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09728" cy="1234440"/>
          </a:xfrm>
          <a:prstGeom prst="rect">
            <a:avLst/>
          </a:prstGeom>
          <a:solidFill>
            <a:srgbClr val="E08A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13232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8A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결론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170992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위험은 사고 중심의 전통적 고위험기술(원자력)보다 </a:t>
            </a:r>
            <a:r>
              <a:rPr lang="en-US" sz="1650" b="1" dirty="0">
                <a:solidFill>
                  <a:srgbClr val="FFD2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합성생물학에 더 가까우며</a:t>
            </a:r>
            <a:r>
              <a:rPr lang="en-US" sz="16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</a:t>
            </a:r>
            <a:endParaRPr lang="en-US" sz="16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합성생물학용 거버넌스인 </a:t>
            </a:r>
            <a:endParaRPr lang="en-US" sz="16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D2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‘신중한 경계’가 AI 거버넌스의 유효한 분석 틀</a:t>
            </a:r>
            <a:r>
              <a:rPr lang="en-US" sz="16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될 수 있다.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356616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21792" y="288036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 논문이 밝힌 것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3456432"/>
            <a:ext cx="316382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 기술의 위험 담론을 PRISMA → SBERT 군집분석 → 코사인 유사도 → Hungarian 매칭으로 정량 비교</a:t>
            </a:r>
            <a:endParaRPr lang="en-US" sz="115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AI·합성생물학은 </a:t>
            </a:r>
            <a:r>
              <a:rPr lang="en-US" sz="115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불확실성·책임주체 불명확성·제도 적응 한계</a:t>
            </a:r>
            <a:r>
              <a:rPr lang="en-US" sz="1150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라는 위험 구조를 공유</a:t>
            </a:r>
            <a:endParaRPr lang="en-US" sz="115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‘신중한 경계’의 AI 적용 가능성을 실증적으로 확인</a:t>
            </a:r>
            <a:endParaRPr lang="en-US" sz="11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000" i="1" dirty="0">
                <a:solidFill>
                  <a:srgbClr val="E08A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근거 </a:t>
            </a:r>
            <a:r>
              <a:rPr lang="en-US" sz="1000" i="1" dirty="0">
                <a:solidFill>
                  <a:srgbClr val="5560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유사도: 합성생물학–AI 0.617  vs.  원자력 0.53 수준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0" y="288036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297680" y="2880360"/>
            <a:ext cx="356616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462272" y="288036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 나의 평가 (강점·한계)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98848" y="3456432"/>
            <a:ext cx="316382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강점</a:t>
            </a:r>
            <a:endParaRPr lang="en-US" sz="115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정성적 거버넌스 논의를 임베딩·군집·매칭으로 정량화한 방법론적 참신성</a:t>
            </a:r>
            <a:endParaRPr lang="en-US" sz="115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원자력을 비교 준거로 두어 신흥기술 간 유사성이 일반 현상이 아님을 입증</a:t>
            </a:r>
            <a:endParaRPr lang="en-US" sz="115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‘신중한 경계’를 조건 중심·단계적 거버넌스로 재해석</a:t>
            </a:r>
            <a:endParaRPr lang="en-US" sz="115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08A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한계</a:t>
            </a:r>
            <a:endParaRPr lang="en-US" sz="115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위험이 아닌 문헌 담론 기반(위험 심각성 미반영)</a:t>
            </a:r>
            <a:endParaRPr lang="en-US" sz="115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AI를 단일 범주로 분석(생성형/자율/의료 AI 미구분)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288036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138160" y="2880360"/>
            <a:ext cx="356616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302752" y="288036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 향후 연구계획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39328" y="3456432"/>
            <a:ext cx="316382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</a:t>
            </a:r>
            <a:r>
              <a:rPr lang="en-US" sz="1150" dirty="0" err="1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논문은</a:t>
            </a:r>
            <a:r>
              <a:rPr lang="en-US" sz="1150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‘</a:t>
            </a:r>
            <a:r>
              <a:rPr lang="ko-KR" altLang="en-US" sz="1150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신중한 </a:t>
            </a:r>
            <a:r>
              <a:rPr lang="en-US" sz="1150" dirty="0" err="1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경계’의</a:t>
            </a:r>
            <a:r>
              <a:rPr lang="en-US" sz="1150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적용 가능성을 </a:t>
            </a:r>
            <a:r>
              <a:rPr lang="en-US" sz="115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이론적 차원에서 확인</a:t>
            </a:r>
            <a:r>
              <a:rPr lang="en-US" sz="1150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하는 데 그침</a:t>
            </a:r>
            <a:endParaRPr lang="en-US" sz="115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후속 연구로 이를 </a:t>
            </a:r>
            <a:r>
              <a:rPr lang="en-US" sz="1150" b="1" dirty="0">
                <a:solidFill>
                  <a:srgbClr val="1E276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인공지능기본법·EU AI Act 등 현행 거버넌스 제도</a:t>
            </a:r>
            <a:r>
              <a:rPr lang="en-US" sz="1150" dirty="0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와 </a:t>
            </a:r>
            <a:r>
              <a:rPr lang="en-US" sz="1150" dirty="0" err="1">
                <a:solidFill>
                  <a:srgbClr val="1A1A2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비교·검토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469</Words>
  <Application>Microsoft Macintosh PowerPoint</Application>
  <PresentationFormat>와이드스크린</PresentationFormat>
  <Paragraphs>38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Noto Sans CJK KR</vt:lpstr>
      <vt:lpstr>Arial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결론 - AI 위험 거버넌스 논문 평가</dc:title>
  <dc:subject>PptxGenJS Presentation</dc:subject>
  <dc:creator>김지훈</dc:creator>
  <cp:lastModifiedBy>현수 김</cp:lastModifiedBy>
  <cp:revision>4</cp:revision>
  <dcterms:created xsi:type="dcterms:W3CDTF">2026-06-08T07:31:15Z</dcterms:created>
  <dcterms:modified xsi:type="dcterms:W3CDTF">2026-06-10T13:12:28Z</dcterms:modified>
</cp:coreProperties>
</file>