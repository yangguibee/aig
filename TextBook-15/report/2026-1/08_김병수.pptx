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인공지능기본법 추진체계 연구 — 결과·평가·계획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498080" y="27432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274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법학논총 2025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8686800" cy="1170432"/>
          </a:xfrm>
          <a:prstGeom prst="roundRect">
            <a:avLst>
              <a:gd name="adj" fmla="val 6250"/>
            </a:avLst>
          </a:prstGeom>
          <a:solidFill>
            <a:srgbClr val="FFF1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35608"/>
            <a:ext cx="585216" cy="585216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3560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24128" y="12344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13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 결과 &amp; 논문 특징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280160"/>
            <a:ext cx="27432" cy="89611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252728"/>
            <a:ext cx="530352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수평적·포괄적 규제체계 → 부처 간 충돌·중복 규제 문제 도출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국가AI위원회: 자문기구 한계, 집행·조정 권한 부재 확인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EU·영국·일본 비교 → 3대 발전방향 제시 (컨트롤타워·권한·표준)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[특징] 규범보다 거버넌스 조직 측면 집중 분석, 표준 활용 강조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441448"/>
            <a:ext cx="8686800" cy="1170432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34056"/>
            <a:ext cx="585216" cy="585216"/>
          </a:xfrm>
          <a:prstGeom prst="ellipse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34056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24128" y="25328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논문 평가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46120" y="2578608"/>
            <a:ext cx="27432" cy="89611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2551176"/>
            <a:ext cx="530352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가능한 제도 개편안 제시 — 추상적 원칙이 아닌 구체적 법적 방안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비교법적 근거 + 국내 법리 결합으로 직접 적용 가능성 높음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표준을 공동규제 수단으로 위치시키는 새로운 시각 제공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739896"/>
            <a:ext cx="8686800" cy="1170432"/>
          </a:xfrm>
          <a:prstGeom prst="roundRect">
            <a:avLst>
              <a:gd name="adj" fmla="val 625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4032504"/>
            <a:ext cx="585216" cy="5852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03250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24128" y="38313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향후 연구 계획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46120" y="3877056"/>
            <a:ext cx="27432" cy="89611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3849624"/>
            <a:ext cx="5303520" cy="9875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수평 규제 ↔ 개별법 수직 정합성 확보 방안 (디지털의료법·개보법 연계)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국가AI위원회 합의제 행정기관 격상 시 조직·예산·권한 설계 연구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표준 규범적 효력 및 검인증·영향평가 연계 심화 연구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이효진 · 법무부 법무자문위원회 전문위원, 법학박사 · 法學論叢 42권 3호 (2025)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2026-06-10T08:46:34Z</dcterms:created>
  <dcterms:modified xsi:type="dcterms:W3CDTF">2026-06-10T08:46:34Z</dcterms:modified>
</cp:coreProperties>
</file>