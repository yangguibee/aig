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Urbanist" panose="020B0600000101010101" charset="0"/>
      <p:regular r:id="rId5"/>
      <p:bold r:id="rId6"/>
      <p:italic r:id="rId7"/>
      <p:boldItalic r:id="rId8"/>
    </p:embeddedFont>
    <p:embeddedFont>
      <p:font typeface="Urbanist Light" panose="020B0600000101010101" charset="0"/>
      <p:regular r:id="rId9"/>
      <p:bold r:id="rId10"/>
      <p:italic r:id="rId11"/>
      <p:boldItalic r:id="rId12"/>
    </p:embeddedFont>
    <p:embeddedFont>
      <p:font typeface="Urbanist Medium" panose="020B0600000101010101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9370" y="3485108"/>
            <a:ext cx="5593109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3785145" y="3780383"/>
            <a:ext cx="46215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논문 정보: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Lei Nie, Yue Wang (Lund University, 2026)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85145" y="4104233"/>
            <a:ext cx="462155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주제 영역: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AI Governance, Data Minimisation vs Integrity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785145" y="4618583"/>
            <a:ext cx="462155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발표자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ko-KR" alt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손 성 호 </a:t>
            </a:r>
            <a:r>
              <a:rPr lang="en-US" altLang="ko-KR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(202576719 / </a:t>
            </a:r>
            <a:r>
              <a:rPr lang="ko-KR" alt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인공지능 전공</a:t>
            </a:r>
            <a:r>
              <a:rPr lang="en-US" altLang="ko-KR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  <p:sp>
        <p:nvSpPr>
          <p:cNvPr id="91" name="Google Shape;91;p13"/>
          <p:cNvSpPr/>
          <p:nvPr/>
        </p:nvSpPr>
        <p:spPr>
          <a:xfrm>
            <a:off x="3785145" y="4475708"/>
            <a:ext cx="462155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13621" y="1610617"/>
            <a:ext cx="10564757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Coordinating the </a:t>
            </a:r>
            <a:r>
              <a:rPr lang="en-US" sz="48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GDPR</a:t>
            </a: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&amp; the </a:t>
            </a:r>
            <a:r>
              <a:rPr lang="en-US" sz="48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AI Act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096517" y="2580233"/>
            <a:ext cx="599881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규범적 충돌의 비판적 평가 및 운영 아키텍처 연구 계획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333500"/>
            <a:ext cx="5500687" cy="2642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1333500"/>
            <a:ext cx="5500687" cy="2642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034655"/>
            <a:ext cx="5500687" cy="2687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4034655"/>
            <a:ext cx="5500687" cy="2687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19125" y="381000"/>
            <a:ext cx="5240811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논문 리뷰 및 인프라 적용 로드맵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76250" y="381000"/>
            <a:ext cx="57150" cy="4667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065293" y="504825"/>
            <a:ext cx="365045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Overlaps, Conflicts and Gaps in High-Risk AI Systems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Lei Nie &amp; Yue Wang, 2026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1029890" y="1628775"/>
            <a:ext cx="48843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논문 요약 (규제 딜레마)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68703" y="1628775"/>
            <a:ext cx="48843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논문 결론 (법리적 타협)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29890" y="4329930"/>
            <a:ext cx="48843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특징 및 평가 (실무적 비판)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68703" y="4329930"/>
            <a:ext cx="48843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4. 본인의 연구 및 운영 계획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1666875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962025" y="2105025"/>
            <a:ext cx="4719637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GDPR (제5조/17조):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데이터 최소화 및 잊힐 권리. 목적 달성 시 즉각적인 파기 의무.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62025" y="2720280"/>
            <a:ext cx="4719637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AI Act (제10조):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고위험 AI의 편향성 검증 및 품질 증명을 위한 학습 데이터 완전성 유지 및 영구 보존.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62025" y="3335535"/>
            <a:ext cx="4719637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컴플라이언스 마비: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MLOps 파이프라인에서 두 법안을 동시에 준수하는 것은 물리적으로 불가능하며 딜레마 유발.</a:t>
            </a:r>
            <a:endParaRPr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0337" y="1666875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6700837" y="2105025"/>
            <a:ext cx="4719637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평가 프레임워크 일원화: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데이터 보호 영향 평가(DPIA)와 기본권 영향 평가(FRIA) 심사 항목을 단일화하여 중복 감사를 방지.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00837" y="2720280"/>
            <a:ext cx="4719637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거버넌스 샌드박스: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규제 기관(DPA-MSA) 간의 상호 협력 및 유연한 샌드박스 환경 제공.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700837" y="3335535"/>
            <a:ext cx="4719637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기업의 행정적, 서류적 부담을 낮추는 제도적 조화를 최종 목표로 제안.</a:t>
            </a:r>
            <a:endParaRPr/>
          </a:p>
        </p:txBody>
      </p:sp>
      <p:pic>
        <p:nvPicPr>
          <p:cNvPr id="123" name="Google Shape;12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368030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962025" y="4806180"/>
            <a:ext cx="4719637" cy="70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서류 통합의 물리적 한계: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ECS A/B 배포 등 무중단 CI/CD 환경에서 특정 데이터 삭제가 요구될 때 발생하는 트래픽 라우팅 병목과 모델 재학습 문제를 풀지 못함.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62025" y="5659533"/>
            <a:ext cx="4719637" cy="17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가명화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(Pseudonymization) </a:t>
            </a: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우회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불가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가짜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ID에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행동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패턴을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결합하는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방식은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결국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지문화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(Fingerprinting)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되어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역추적이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가능하므로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GDPR의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칼날을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피할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수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없음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pic>
        <p:nvPicPr>
          <p:cNvPr id="126" name="Google Shape;12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10337" y="4368030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6700837" y="4806180"/>
            <a:ext cx="4719637" cy="70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[PoC 구축] 합성 데이터 &amp; IaC 파이프라인: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Terragrunt 기반의 아키텍처에 Code-as-a-Gov 적용. S3 원본 인제스트 즉시 영구 파기 및 '통계적 정밀도(Macro-fidelity)'를 지닌 합성 데이터 생성 자동화.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700837" y="5659533"/>
            <a:ext cx="4719637" cy="17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[</a:t>
            </a: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성능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연구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] RAG </a:t>
            </a: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개인화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(AX) </a:t>
            </a: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지표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162" b="0" i="0" u="none" strike="noStrike" cap="none" dirty="0" err="1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추적</a:t>
            </a:r>
            <a:r>
              <a:rPr lang="en-US" sz="1162" b="0" i="0" u="none" strike="noStrike" cap="none" dirty="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GPT, Claude 등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최신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LLM을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대상으로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'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합성데이터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학습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+ RAG'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조합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시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발생하는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토큰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소비량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및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추론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(Inference)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정확도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162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평가</a:t>
            </a:r>
            <a:r>
              <a:rPr lang="en-US" sz="1162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29" name="Google Shape;129;p14"/>
          <p:cNvSpPr txBox="1"/>
          <p:nvPr/>
        </p:nvSpPr>
        <p:spPr>
          <a:xfrm>
            <a:off x="6662737" y="7739657"/>
            <a:ext cx="65588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1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최종 목표: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771525" y="2105025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771525" y="2720280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771525" y="3335535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510337" y="2105025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6510337" y="2720280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510337" y="3335535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723900" y="4806180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723900" y="5657626"/>
            <a:ext cx="76200" cy="17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6462712" y="4806180"/>
            <a:ext cx="76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462712" y="5657626"/>
            <a:ext cx="76200" cy="17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와이드스크린</PresentationFormat>
  <Paragraphs>32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Urbanist Light</vt:lpstr>
      <vt:lpstr>Urbanist Medium</vt:lpstr>
      <vt:lpstr>Urbanist</vt:lpstr>
      <vt:lpstr>Arial</vt:lpstr>
      <vt:lpstr>Calibri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timegate28</cp:lastModifiedBy>
  <cp:revision>2</cp:revision>
  <dcterms:modified xsi:type="dcterms:W3CDTF">2026-06-11T02:47:57Z</dcterms:modified>
</cp:coreProperties>
</file>