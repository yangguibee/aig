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3" r:id="rId5"/>
    <p:sldId id="298" r:id="rId6"/>
    <p:sldId id="299" r:id="rId7"/>
    <p:sldId id="300" r:id="rId8"/>
    <p:sldId id="297" r:id="rId9"/>
    <p:sldId id="30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A13E9-3417-4520-9200-E23B9D42F3B9}" v="48" dt="2026-04-11T11:39:35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51" d="100"/>
          <a:sy n="151" d="100"/>
        </p:scale>
        <p:origin x="288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Lee" userId="b2ca920cffa369fc" providerId="LiveId" clId="{07032894-C830-4299-90DD-2D0A2466F5D0}"/>
    <pc:docChg chg="undo custSel addSld delSld modSld">
      <pc:chgData name="Jay Lee" userId="b2ca920cffa369fc" providerId="LiveId" clId="{07032894-C830-4299-90DD-2D0A2466F5D0}" dt="2026-04-11T11:41:18.464" v="582" actId="20577"/>
      <pc:docMkLst>
        <pc:docMk/>
      </pc:docMkLst>
      <pc:sldChg chg="addSp delSp modSp del mod">
        <pc:chgData name="Jay Lee" userId="b2ca920cffa369fc" providerId="LiveId" clId="{07032894-C830-4299-90DD-2D0A2466F5D0}" dt="2026-04-11T09:59:56.691" v="45"/>
        <pc:sldMkLst>
          <pc:docMk/>
          <pc:sldMk cId="3987639346" sldId="278"/>
        </pc:sldMkLst>
        <pc:spChg chg="mod">
          <ac:chgData name="Jay Lee" userId="b2ca920cffa369fc" providerId="LiveId" clId="{07032894-C830-4299-90DD-2D0A2466F5D0}" dt="2026-04-11T09:41:24.803" v="18" actId="20577"/>
          <ac:spMkLst>
            <pc:docMk/>
            <pc:sldMk cId="3987639346" sldId="278"/>
            <ac:spMk id="21" creationId="{00000000-0000-0000-0000-000000000000}"/>
          </ac:spMkLst>
        </pc:spChg>
        <pc:spChg chg="mod">
          <ac:chgData name="Jay Lee" userId="b2ca920cffa369fc" providerId="LiveId" clId="{07032894-C830-4299-90DD-2D0A2466F5D0}" dt="2026-04-11T09:41:32.831" v="25" actId="20577"/>
          <ac:spMkLst>
            <pc:docMk/>
            <pc:sldMk cId="3987639346" sldId="278"/>
            <ac:spMk id="22" creationId="{00000000-0000-0000-0000-000000000000}"/>
          </ac:spMkLst>
        </pc:spChg>
        <pc:picChg chg="del">
          <ac:chgData name="Jay Lee" userId="b2ca920cffa369fc" providerId="LiveId" clId="{07032894-C830-4299-90DD-2D0A2466F5D0}" dt="2026-04-11T09:42:50.778" v="41" actId="478"/>
          <ac:picMkLst>
            <pc:docMk/>
            <pc:sldMk cId="3987639346" sldId="278"/>
            <ac:picMk id="23" creationId="{00000000-0000-0000-0000-000000000000}"/>
          </ac:picMkLst>
        </pc:picChg>
        <pc:picChg chg="del">
          <ac:chgData name="Jay Lee" userId="b2ca920cffa369fc" providerId="LiveId" clId="{07032894-C830-4299-90DD-2D0A2466F5D0}" dt="2026-04-11T09:40:37.635" v="0" actId="478"/>
          <ac:picMkLst>
            <pc:docMk/>
            <pc:sldMk cId="3987639346" sldId="278"/>
            <ac:picMk id="1026" creationId="{36C803EA-8229-10FB-3C5C-F2289523B3D4}"/>
          </ac:picMkLst>
        </pc:picChg>
        <pc:picChg chg="add mod">
          <ac:chgData name="Jay Lee" userId="b2ca920cffa369fc" providerId="LiveId" clId="{07032894-C830-4299-90DD-2D0A2466F5D0}" dt="2026-04-11T09:41:17.176" v="11" actId="1076"/>
          <ac:picMkLst>
            <pc:docMk/>
            <pc:sldMk cId="3987639346" sldId="278"/>
            <ac:picMk id="1028" creationId="{D697666F-AF61-F261-CD99-A40889AA9D9C}"/>
          </ac:picMkLst>
        </pc:picChg>
      </pc:sldChg>
      <pc:sldChg chg="delSp del mod">
        <pc:chgData name="Jay Lee" userId="b2ca920cffa369fc" providerId="LiveId" clId="{07032894-C830-4299-90DD-2D0A2466F5D0}" dt="2026-04-11T10:00:58.201" v="47"/>
        <pc:sldMkLst>
          <pc:docMk/>
          <pc:sldMk cId="1497564342" sldId="279"/>
        </pc:sldMkLst>
        <pc:picChg chg="del">
          <ac:chgData name="Jay Lee" userId="b2ca920cffa369fc" providerId="LiveId" clId="{07032894-C830-4299-90DD-2D0A2466F5D0}" dt="2026-04-11T09:42:52.480" v="42" actId="478"/>
          <ac:picMkLst>
            <pc:docMk/>
            <pc:sldMk cId="1497564342" sldId="279"/>
            <ac:picMk id="34" creationId="{00000000-0000-0000-0000-000000000000}"/>
          </ac:picMkLst>
        </pc:picChg>
      </pc:sldChg>
      <pc:sldChg chg="del">
        <pc:chgData name="Jay Lee" userId="b2ca920cffa369fc" providerId="LiveId" clId="{07032894-C830-4299-90DD-2D0A2466F5D0}" dt="2026-04-11T10:02:06.345" v="49"/>
        <pc:sldMkLst>
          <pc:docMk/>
          <pc:sldMk cId="2967897195" sldId="280"/>
        </pc:sldMkLst>
      </pc:sldChg>
      <pc:sldChg chg="delSp modSp mod">
        <pc:chgData name="Jay Lee" userId="b2ca920cffa369fc" providerId="LiveId" clId="{07032894-C830-4299-90DD-2D0A2466F5D0}" dt="2026-04-11T11:40:59.689" v="575" actId="20577"/>
        <pc:sldMkLst>
          <pc:docMk/>
          <pc:sldMk cId="1712509580" sldId="283"/>
        </pc:sldMkLst>
        <pc:spChg chg="mod">
          <ac:chgData name="Jay Lee" userId="b2ca920cffa369fc" providerId="LiveId" clId="{07032894-C830-4299-90DD-2D0A2466F5D0}" dt="2026-04-11T09:42:05.595" v="39" actId="20577"/>
          <ac:spMkLst>
            <pc:docMk/>
            <pc:sldMk cId="1712509580" sldId="283"/>
            <ac:spMk id="15" creationId="{00000000-0000-0000-0000-000000000000}"/>
          </ac:spMkLst>
        </pc:spChg>
        <pc:spChg chg="mod">
          <ac:chgData name="Jay Lee" userId="b2ca920cffa369fc" providerId="LiveId" clId="{07032894-C830-4299-90DD-2D0A2466F5D0}" dt="2026-04-11T11:40:59.689" v="575" actId="20577"/>
          <ac:spMkLst>
            <pc:docMk/>
            <pc:sldMk cId="1712509580" sldId="283"/>
            <ac:spMk id="17" creationId="{00000000-0000-0000-0000-000000000000}"/>
          </ac:spMkLst>
        </pc:spChg>
        <pc:picChg chg="del">
          <ac:chgData name="Jay Lee" userId="b2ca920cffa369fc" providerId="LiveId" clId="{07032894-C830-4299-90DD-2D0A2466F5D0}" dt="2026-04-11T09:42:43.258" v="40" actId="478"/>
          <ac:picMkLst>
            <pc:docMk/>
            <pc:sldMk cId="1712509580" sldId="283"/>
            <ac:picMk id="18" creationId="{00000000-0000-0000-0000-000000000000}"/>
          </ac:picMkLst>
        </pc:picChg>
      </pc:sldChg>
      <pc:sldChg chg="del">
        <pc:chgData name="Jay Lee" userId="b2ca920cffa369fc" providerId="LiveId" clId="{07032894-C830-4299-90DD-2D0A2466F5D0}" dt="2026-04-11T10:03:02.668" v="51"/>
        <pc:sldMkLst>
          <pc:docMk/>
          <pc:sldMk cId="1172763713" sldId="285"/>
        </pc:sldMkLst>
      </pc:sldChg>
      <pc:sldChg chg="delSp del mod">
        <pc:chgData name="Jay Lee" userId="b2ca920cffa369fc" providerId="LiveId" clId="{07032894-C830-4299-90DD-2D0A2466F5D0}" dt="2026-04-11T10:03:54.622" v="53"/>
        <pc:sldMkLst>
          <pc:docMk/>
          <pc:sldMk cId="318505740" sldId="287"/>
        </pc:sldMkLst>
        <pc:picChg chg="del">
          <ac:chgData name="Jay Lee" userId="b2ca920cffa369fc" providerId="LiveId" clId="{07032894-C830-4299-90DD-2D0A2466F5D0}" dt="2026-04-11T09:42:54.871" v="43" actId="478"/>
          <ac:picMkLst>
            <pc:docMk/>
            <pc:sldMk cId="318505740" sldId="287"/>
            <ac:picMk id="22" creationId="{00000000-0000-0000-0000-000000000000}"/>
          </ac:picMkLst>
        </pc:picChg>
      </pc:sldChg>
      <pc:sldChg chg="modSp add del mod">
        <pc:chgData name="Jay Lee" userId="b2ca920cffa369fc" providerId="LiveId" clId="{07032894-C830-4299-90DD-2D0A2466F5D0}" dt="2026-04-11T11:02:34.790" v="79"/>
        <pc:sldMkLst>
          <pc:docMk/>
          <pc:sldMk cId="1994353323" sldId="288"/>
        </pc:sldMkLst>
        <pc:spChg chg="mod">
          <ac:chgData name="Jay Lee" userId="b2ca920cffa369fc" providerId="LiveId" clId="{07032894-C830-4299-90DD-2D0A2466F5D0}" dt="2026-04-11T10:58:27.129" v="76" actId="20577"/>
          <ac:spMkLst>
            <pc:docMk/>
            <pc:sldMk cId="1994353323" sldId="288"/>
            <ac:spMk id="20" creationId="{00000000-0000-0000-0000-000000000000}"/>
          </ac:spMkLst>
        </pc:spChg>
        <pc:picChg chg="mod">
          <ac:chgData name="Jay Lee" userId="b2ca920cffa369fc" providerId="LiveId" clId="{07032894-C830-4299-90DD-2D0A2466F5D0}" dt="2026-04-11T10:58:29.294" v="77" actId="1076"/>
          <ac:picMkLst>
            <pc:docMk/>
            <pc:sldMk cId="1994353323" sldId="288"/>
            <ac:picMk id="1028" creationId="{D697666F-AF61-F261-CD99-A40889AA9D9C}"/>
          </ac:picMkLst>
        </pc:picChg>
      </pc:sldChg>
      <pc:sldChg chg="add del">
        <pc:chgData name="Jay Lee" userId="b2ca920cffa369fc" providerId="LiveId" clId="{07032894-C830-4299-90DD-2D0A2466F5D0}" dt="2026-04-11T10:04:29.163" v="55"/>
        <pc:sldMkLst>
          <pc:docMk/>
          <pc:sldMk cId="294238961" sldId="289"/>
        </pc:sldMkLst>
      </pc:sldChg>
      <pc:sldChg chg="add del">
        <pc:chgData name="Jay Lee" userId="b2ca920cffa369fc" providerId="LiveId" clId="{07032894-C830-4299-90DD-2D0A2466F5D0}" dt="2026-04-11T10:04:46.779" v="57"/>
        <pc:sldMkLst>
          <pc:docMk/>
          <pc:sldMk cId="65497593" sldId="290"/>
        </pc:sldMkLst>
      </pc:sldChg>
      <pc:sldChg chg="add del">
        <pc:chgData name="Jay Lee" userId="b2ca920cffa369fc" providerId="LiveId" clId="{07032894-C830-4299-90DD-2D0A2466F5D0}" dt="2026-04-11T10:08:06.974" v="65"/>
        <pc:sldMkLst>
          <pc:docMk/>
          <pc:sldMk cId="822044077" sldId="291"/>
        </pc:sldMkLst>
      </pc:sldChg>
      <pc:sldChg chg="add del">
        <pc:chgData name="Jay Lee" userId="b2ca920cffa369fc" providerId="LiveId" clId="{07032894-C830-4299-90DD-2D0A2466F5D0}" dt="2026-04-11T11:05:11.457" v="85"/>
        <pc:sldMkLst>
          <pc:docMk/>
          <pc:sldMk cId="1938821140" sldId="292"/>
        </pc:sldMkLst>
      </pc:sldChg>
      <pc:sldChg chg="modSp add del mod">
        <pc:chgData name="Jay Lee" userId="b2ca920cffa369fc" providerId="LiveId" clId="{07032894-C830-4299-90DD-2D0A2466F5D0}" dt="2026-04-11T11:03:25.672" v="81"/>
        <pc:sldMkLst>
          <pc:docMk/>
          <pc:sldMk cId="1514995433" sldId="293"/>
        </pc:sldMkLst>
        <pc:spChg chg="mod">
          <ac:chgData name="Jay Lee" userId="b2ca920cffa369fc" providerId="LiveId" clId="{07032894-C830-4299-90DD-2D0A2466F5D0}" dt="2026-04-11T10:06:46.626" v="59"/>
          <ac:spMkLst>
            <pc:docMk/>
            <pc:sldMk cId="1514995433" sldId="293"/>
            <ac:spMk id="50" creationId="{00000000-0000-0000-0000-000000000000}"/>
          </ac:spMkLst>
        </pc:spChg>
      </pc:sldChg>
      <pc:sldChg chg="modSp add del mod">
        <pc:chgData name="Jay Lee" userId="b2ca920cffa369fc" providerId="LiveId" clId="{07032894-C830-4299-90DD-2D0A2466F5D0}" dt="2026-04-11T11:04:26.805" v="83"/>
        <pc:sldMkLst>
          <pc:docMk/>
          <pc:sldMk cId="761234632" sldId="294"/>
        </pc:sldMkLst>
        <pc:spChg chg="mod">
          <ac:chgData name="Jay Lee" userId="b2ca920cffa369fc" providerId="LiveId" clId="{07032894-C830-4299-90DD-2D0A2466F5D0}" dt="2026-04-11T10:06:46.637" v="63"/>
          <ac:spMkLst>
            <pc:docMk/>
            <pc:sldMk cId="761234632" sldId="294"/>
            <ac:spMk id="50" creationId="{00000000-0000-0000-0000-000000000000}"/>
          </ac:spMkLst>
        </pc:spChg>
      </pc:sldChg>
      <pc:sldChg chg="add del">
        <pc:chgData name="Jay Lee" userId="b2ca920cffa369fc" providerId="LiveId" clId="{07032894-C830-4299-90DD-2D0A2466F5D0}" dt="2026-04-11T10:08:22.724" v="67"/>
        <pc:sldMkLst>
          <pc:docMk/>
          <pc:sldMk cId="1145387057" sldId="295"/>
        </pc:sldMkLst>
      </pc:sldChg>
      <pc:sldChg chg="add del">
        <pc:chgData name="Jay Lee" userId="b2ca920cffa369fc" providerId="LiveId" clId="{07032894-C830-4299-90DD-2D0A2466F5D0}" dt="2026-04-11T10:08:37.350" v="69"/>
        <pc:sldMkLst>
          <pc:docMk/>
          <pc:sldMk cId="4280011194" sldId="296"/>
        </pc:sldMkLst>
      </pc:sldChg>
      <pc:sldChg chg="addSp modSp add mod">
        <pc:chgData name="Jay Lee" userId="b2ca920cffa369fc" providerId="LiveId" clId="{07032894-C830-4299-90DD-2D0A2466F5D0}" dt="2026-04-11T11:41:18.464" v="582" actId="20577"/>
        <pc:sldMkLst>
          <pc:docMk/>
          <pc:sldMk cId="1536977908" sldId="297"/>
        </pc:sldMkLst>
        <pc:spChg chg="mod">
          <ac:chgData name="Jay Lee" userId="b2ca920cffa369fc" providerId="LiveId" clId="{07032894-C830-4299-90DD-2D0A2466F5D0}" dt="2026-04-11T11:41:18.464" v="582" actId="20577"/>
          <ac:spMkLst>
            <pc:docMk/>
            <pc:sldMk cId="1536977908" sldId="297"/>
            <ac:spMk id="2" creationId="{3A142B6C-E141-967D-5D7A-5414AEBBEF38}"/>
          </ac:spMkLst>
        </pc:spChg>
        <pc:spChg chg="mod">
          <ac:chgData name="Jay Lee" userId="b2ca920cffa369fc" providerId="LiveId" clId="{07032894-C830-4299-90DD-2D0A2466F5D0}" dt="2026-04-11T11:40:31.098" v="507" actId="20577"/>
          <ac:spMkLst>
            <pc:docMk/>
            <pc:sldMk cId="1536977908" sldId="297"/>
            <ac:spMk id="20" creationId="{00000000-0000-0000-0000-000000000000}"/>
          </ac:spMkLst>
        </pc:spChg>
        <pc:spChg chg="mod">
          <ac:chgData name="Jay Lee" userId="b2ca920cffa369fc" providerId="LiveId" clId="{07032894-C830-4299-90DD-2D0A2466F5D0}" dt="2026-04-11T11:40:21.909" v="483" actId="20577"/>
          <ac:spMkLst>
            <pc:docMk/>
            <pc:sldMk cId="1536977908" sldId="297"/>
            <ac:spMk id="21" creationId="{00000000-0000-0000-0000-000000000000}"/>
          </ac:spMkLst>
        </pc:spChg>
        <pc:spChg chg="mod">
          <ac:chgData name="Jay Lee" userId="b2ca920cffa369fc" providerId="LiveId" clId="{07032894-C830-4299-90DD-2D0A2466F5D0}" dt="2026-04-11T11:12:31.748" v="266" actId="20577"/>
          <ac:spMkLst>
            <pc:docMk/>
            <pc:sldMk cId="1536977908" sldId="297"/>
            <ac:spMk id="22" creationId="{00000000-0000-0000-0000-000000000000}"/>
          </ac:spMkLst>
        </pc:spChg>
        <pc:picChg chg="add mod">
          <ac:chgData name="Jay Lee" userId="b2ca920cffa369fc" providerId="LiveId" clId="{07032894-C830-4299-90DD-2D0A2466F5D0}" dt="2026-04-11T11:06:58.618" v="138" actId="1076"/>
          <ac:picMkLst>
            <pc:docMk/>
            <pc:sldMk cId="1536977908" sldId="297"/>
            <ac:picMk id="2050" creationId="{4BC70EA9-54E9-458A-2059-414905A563C5}"/>
          </ac:picMkLst>
        </pc:picChg>
        <pc:picChg chg="add mod">
          <ac:chgData name="Jay Lee" userId="b2ca920cffa369fc" providerId="LiveId" clId="{07032894-C830-4299-90DD-2D0A2466F5D0}" dt="2026-04-11T11:11:49.581" v="259" actId="1076"/>
          <ac:picMkLst>
            <pc:docMk/>
            <pc:sldMk cId="1536977908" sldId="297"/>
            <ac:picMk id="2052" creationId="{B61931BE-4508-165B-AE2B-63C6EB84C52D}"/>
          </ac:picMkLst>
        </pc:picChg>
        <pc:picChg chg="add mod">
          <ac:chgData name="Jay Lee" userId="b2ca920cffa369fc" providerId="LiveId" clId="{07032894-C830-4299-90DD-2D0A2466F5D0}" dt="2026-04-11T11:13:35.773" v="274" actId="1076"/>
          <ac:picMkLst>
            <pc:docMk/>
            <pc:sldMk cId="1536977908" sldId="297"/>
            <ac:picMk id="2054" creationId="{8CED882D-273E-0543-EDA3-1DCDE13BFECA}"/>
          </ac:picMkLst>
        </pc:picChg>
      </pc:sldChg>
      <pc:sldChg chg="addSp delSp modSp add mod">
        <pc:chgData name="Jay Lee" userId="b2ca920cffa369fc" providerId="LiveId" clId="{07032894-C830-4299-90DD-2D0A2466F5D0}" dt="2026-04-11T11:26:16.194" v="392" actId="1076"/>
        <pc:sldMkLst>
          <pc:docMk/>
          <pc:sldMk cId="3461398411" sldId="298"/>
        </pc:sldMkLst>
        <pc:spChg chg="mod">
          <ac:chgData name="Jay Lee" userId="b2ca920cffa369fc" providerId="LiveId" clId="{07032894-C830-4299-90DD-2D0A2466F5D0}" dt="2026-04-11T11:25:57.604" v="386" actId="1076"/>
          <ac:spMkLst>
            <pc:docMk/>
            <pc:sldMk cId="3461398411" sldId="298"/>
            <ac:spMk id="11" creationId="{00000000-0000-0000-0000-000000000000}"/>
          </ac:spMkLst>
        </pc:spChg>
        <pc:spChg chg="mod">
          <ac:chgData name="Jay Lee" userId="b2ca920cffa369fc" providerId="LiveId" clId="{07032894-C830-4299-90DD-2D0A2466F5D0}" dt="2026-04-11T11:26:16.194" v="392" actId="1076"/>
          <ac:spMkLst>
            <pc:docMk/>
            <pc:sldMk cId="3461398411" sldId="298"/>
            <ac:spMk id="20" creationId="{00000000-0000-0000-0000-000000000000}"/>
          </ac:spMkLst>
        </pc:spChg>
        <pc:spChg chg="mod">
          <ac:chgData name="Jay Lee" userId="b2ca920cffa369fc" providerId="LiveId" clId="{07032894-C830-4299-90DD-2D0A2466F5D0}" dt="2026-04-11T11:26:16.194" v="392" actId="1076"/>
          <ac:spMkLst>
            <pc:docMk/>
            <pc:sldMk cId="3461398411" sldId="298"/>
            <ac:spMk id="21" creationId="{00000000-0000-0000-0000-000000000000}"/>
          </ac:spMkLst>
        </pc:spChg>
        <pc:spChg chg="del">
          <ac:chgData name="Jay Lee" userId="b2ca920cffa369fc" providerId="LiveId" clId="{07032894-C830-4299-90DD-2D0A2466F5D0}" dt="2026-04-11T11:26:11.269" v="391" actId="478"/>
          <ac:spMkLst>
            <pc:docMk/>
            <pc:sldMk cId="3461398411" sldId="298"/>
            <ac:spMk id="22" creationId="{00000000-0000-0000-0000-000000000000}"/>
          </ac:spMkLst>
        </pc:spChg>
        <pc:picChg chg="mod">
          <ac:chgData name="Jay Lee" userId="b2ca920cffa369fc" providerId="LiveId" clId="{07032894-C830-4299-90DD-2D0A2466F5D0}" dt="2026-04-11T11:26:16.194" v="392" actId="1076"/>
          <ac:picMkLst>
            <pc:docMk/>
            <pc:sldMk cId="3461398411" sldId="298"/>
            <ac:picMk id="1028" creationId="{D697666F-AF61-F261-CD99-A40889AA9D9C}"/>
          </ac:picMkLst>
        </pc:picChg>
        <pc:picChg chg="add mod">
          <ac:chgData name="Jay Lee" userId="b2ca920cffa369fc" providerId="LiveId" clId="{07032894-C830-4299-90DD-2D0A2466F5D0}" dt="2026-04-11T11:26:16.194" v="392" actId="1076"/>
          <ac:picMkLst>
            <pc:docMk/>
            <pc:sldMk cId="3461398411" sldId="298"/>
            <ac:picMk id="3074" creationId="{A997175A-BF83-1B06-9CA1-861736E85147}"/>
          </ac:picMkLst>
        </pc:picChg>
      </pc:sldChg>
      <pc:sldChg chg="addSp delSp modSp add mod">
        <pc:chgData name="Jay Lee" userId="b2ca920cffa369fc" providerId="LiveId" clId="{07032894-C830-4299-90DD-2D0A2466F5D0}" dt="2026-04-11T11:33:49.833" v="448"/>
        <pc:sldMkLst>
          <pc:docMk/>
          <pc:sldMk cId="3782929093" sldId="299"/>
        </pc:sldMkLst>
        <pc:spChg chg="mod">
          <ac:chgData name="Jay Lee" userId="b2ca920cffa369fc" providerId="LiveId" clId="{07032894-C830-4299-90DD-2D0A2466F5D0}" dt="2026-04-11T11:21:26.867" v="377" actId="14100"/>
          <ac:spMkLst>
            <pc:docMk/>
            <pc:sldMk cId="3782929093" sldId="299"/>
            <ac:spMk id="20" creationId="{00000000-0000-0000-0000-000000000000}"/>
          </ac:spMkLst>
        </pc:spChg>
        <pc:spChg chg="mod">
          <ac:chgData name="Jay Lee" userId="b2ca920cffa369fc" providerId="LiveId" clId="{07032894-C830-4299-90DD-2D0A2466F5D0}" dt="2026-04-11T11:21:24.329" v="376" actId="14100"/>
          <ac:spMkLst>
            <pc:docMk/>
            <pc:sldMk cId="3782929093" sldId="299"/>
            <ac:spMk id="21" creationId="{00000000-0000-0000-0000-000000000000}"/>
          </ac:spMkLst>
        </pc:spChg>
        <pc:spChg chg="mod">
          <ac:chgData name="Jay Lee" userId="b2ca920cffa369fc" providerId="LiveId" clId="{07032894-C830-4299-90DD-2D0A2466F5D0}" dt="2026-04-11T11:33:12.746" v="443" actId="20577"/>
          <ac:spMkLst>
            <pc:docMk/>
            <pc:sldMk cId="3782929093" sldId="299"/>
            <ac:spMk id="31" creationId="{00000000-0000-0000-0000-000000000000}"/>
          </ac:spMkLst>
        </pc:spChg>
        <pc:spChg chg="mod">
          <ac:chgData name="Jay Lee" userId="b2ca920cffa369fc" providerId="LiveId" clId="{07032894-C830-4299-90DD-2D0A2466F5D0}" dt="2026-04-11T11:33:14.120" v="444" actId="20577"/>
          <ac:spMkLst>
            <pc:docMk/>
            <pc:sldMk cId="3782929093" sldId="299"/>
            <ac:spMk id="32" creationId="{00000000-0000-0000-0000-000000000000}"/>
          </ac:spMkLst>
        </pc:spChg>
        <pc:spChg chg="mod">
          <ac:chgData name="Jay Lee" userId="b2ca920cffa369fc" providerId="LiveId" clId="{07032894-C830-4299-90DD-2D0A2466F5D0}" dt="2026-04-11T11:33:15.315" v="445" actId="20577"/>
          <ac:spMkLst>
            <pc:docMk/>
            <pc:sldMk cId="3782929093" sldId="299"/>
            <ac:spMk id="33" creationId="{00000000-0000-0000-0000-000000000000}"/>
          </ac:spMkLst>
        </pc:spChg>
        <pc:spChg chg="del">
          <ac:chgData name="Jay Lee" userId="b2ca920cffa369fc" providerId="LiveId" clId="{07032894-C830-4299-90DD-2D0A2466F5D0}" dt="2026-04-11T11:21:11.173" v="370" actId="478"/>
          <ac:spMkLst>
            <pc:docMk/>
            <pc:sldMk cId="3782929093" sldId="299"/>
            <ac:spMk id="50" creationId="{00000000-0000-0000-0000-000000000000}"/>
          </ac:spMkLst>
        </pc:spChg>
        <pc:picChg chg="add mod">
          <ac:chgData name="Jay Lee" userId="b2ca920cffa369fc" providerId="LiveId" clId="{07032894-C830-4299-90DD-2D0A2466F5D0}" dt="2026-04-11T11:33:35.880" v="447"/>
          <ac:picMkLst>
            <pc:docMk/>
            <pc:sldMk cId="3782929093" sldId="299"/>
            <ac:picMk id="4" creationId="{F607C73C-FC7B-BCDA-D23F-2912CBB66ABC}"/>
          </ac:picMkLst>
        </pc:picChg>
        <pc:picChg chg="add mod">
          <ac:chgData name="Jay Lee" userId="b2ca920cffa369fc" providerId="LiveId" clId="{07032894-C830-4299-90DD-2D0A2466F5D0}" dt="2026-04-11T11:33:49.833" v="448"/>
          <ac:picMkLst>
            <pc:docMk/>
            <pc:sldMk cId="3782929093" sldId="299"/>
            <ac:picMk id="6" creationId="{405F6B29-E523-4D24-18D9-418A819BD9AD}"/>
          </ac:picMkLst>
        </pc:picChg>
      </pc:sldChg>
      <pc:sldChg chg="addSp delSp modSp add mod">
        <pc:chgData name="Jay Lee" userId="b2ca920cffa369fc" providerId="LiveId" clId="{07032894-C830-4299-90DD-2D0A2466F5D0}" dt="2026-04-11T11:39:47.821" v="457" actId="115"/>
        <pc:sldMkLst>
          <pc:docMk/>
          <pc:sldMk cId="1211846323" sldId="300"/>
        </pc:sldMkLst>
        <pc:spChg chg="mod">
          <ac:chgData name="Jay Lee" userId="b2ca920cffa369fc" providerId="LiveId" clId="{07032894-C830-4299-90DD-2D0A2466F5D0}" dt="2026-04-11T11:39:47.821" v="457" actId="115"/>
          <ac:spMkLst>
            <pc:docMk/>
            <pc:sldMk cId="1211846323" sldId="300"/>
            <ac:spMk id="11" creationId="{00000000-0000-0000-0000-000000000000}"/>
          </ac:spMkLst>
        </pc:spChg>
        <pc:spChg chg="del">
          <ac:chgData name="Jay Lee" userId="b2ca920cffa369fc" providerId="LiveId" clId="{07032894-C830-4299-90DD-2D0A2466F5D0}" dt="2026-04-11T11:15:01.589" v="321" actId="478"/>
          <ac:spMkLst>
            <pc:docMk/>
            <pc:sldMk cId="1211846323" sldId="300"/>
            <ac:spMk id="50" creationId="{00000000-0000-0000-0000-000000000000}"/>
          </ac:spMkLst>
        </pc:spChg>
        <pc:picChg chg="add mod">
          <ac:chgData name="Jay Lee" userId="b2ca920cffa369fc" providerId="LiveId" clId="{07032894-C830-4299-90DD-2D0A2466F5D0}" dt="2026-04-11T11:36:19.541" v="455"/>
          <ac:picMkLst>
            <pc:docMk/>
            <pc:sldMk cId="1211846323" sldId="300"/>
            <ac:picMk id="4" creationId="{402375B7-ECE9-BFC7-49D6-60EEBBDC1105}"/>
          </ac:picMkLst>
        </pc:picChg>
      </pc:sldChg>
      <pc:sldChg chg="modSp add mod">
        <pc:chgData name="Jay Lee" userId="b2ca920cffa369fc" providerId="LiveId" clId="{07032894-C830-4299-90DD-2D0A2466F5D0}" dt="2026-04-11T11:19:32.658" v="364" actId="20577"/>
        <pc:sldMkLst>
          <pc:docMk/>
          <pc:sldMk cId="3039277020" sldId="301"/>
        </pc:sldMkLst>
        <pc:spChg chg="mod">
          <ac:chgData name="Jay Lee" userId="b2ca920cffa369fc" providerId="LiveId" clId="{07032894-C830-4299-90DD-2D0A2466F5D0}" dt="2026-04-11T11:14:14.511" v="320" actId="20577"/>
          <ac:spMkLst>
            <pc:docMk/>
            <pc:sldMk cId="3039277020" sldId="301"/>
            <ac:spMk id="2" creationId="{6839FC18-75DD-698C-67BB-984D5983D508}"/>
          </ac:spMkLst>
        </pc:spChg>
        <pc:spChg chg="mod">
          <ac:chgData name="Jay Lee" userId="b2ca920cffa369fc" providerId="LiveId" clId="{07032894-C830-4299-90DD-2D0A2466F5D0}" dt="2026-04-11T11:14:11.015" v="317" actId="20577"/>
          <ac:spMkLst>
            <pc:docMk/>
            <pc:sldMk cId="3039277020" sldId="301"/>
            <ac:spMk id="11" creationId="{00000000-0000-0000-0000-000000000000}"/>
          </ac:spMkLst>
        </pc:spChg>
        <pc:spChg chg="mod">
          <ac:chgData name="Jay Lee" userId="b2ca920cffa369fc" providerId="LiveId" clId="{07032894-C830-4299-90DD-2D0A2466F5D0}" dt="2026-04-11T11:19:32.658" v="364" actId="20577"/>
          <ac:spMkLst>
            <pc:docMk/>
            <pc:sldMk cId="3039277020" sldId="301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LeftAccent"/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gradFill>
            <a:gsLst>
              <a:gs pos="0">
                <a:srgbClr val="0066CC"/>
              </a:gs>
              <a:gs pos="60000">
                <a:srgbClr val="00A88F"/>
              </a:gs>
              <a:gs pos="100000">
                <a:srgbClr val="7B68EE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Line"/>
          <p:cNvSpPr/>
          <p:nvPr userDrawn="1"/>
        </p:nvSpPr>
        <p:spPr>
          <a:xfrm>
            <a:off x="91440" y="6782000"/>
            <a:ext cx="12001500" cy="27432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F3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56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ddionline.com/medical-device-regulations/getting-a-handle-on-eu-mdr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hyperlink" Target="https://actonline.org/the-hidden-cost-of-ai-regulations-a-survey-of-eu-uk-and-u-s-companie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armnews.com/news/articleView.html?idxno=245848" TargetMode="External"/><Relationship Id="rId2" Type="http://schemas.openxmlformats.org/officeDocument/2006/relationships/hyperlink" Target="https://aiworkx.ai/contents/kolas.html?lan=ko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F36"/>
            </a:gs>
            <a:gs pos="100000">
              <a:srgbClr val="11152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Accent"/>
          <p:cNvSpPr/>
          <p:nvPr/>
        </p:nvSpPr>
        <p:spPr>
          <a:xfrm>
            <a:off x="0" y="0"/>
            <a:ext cx="44196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11" name="TealCircle"/>
          <p:cNvSpPr/>
          <p:nvPr/>
        </p:nvSpPr>
        <p:spPr>
          <a:xfrm>
            <a:off x="1524000" y="1905000"/>
            <a:ext cx="1016000" cy="1016000"/>
          </a:xfrm>
          <a:prstGeom prst="ellipse">
            <a:avLst/>
          </a:prstGeom>
          <a:solidFill>
            <a:srgbClr val="00A88F">
              <a:alpha val="50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12" name="PurpleCircle"/>
          <p:cNvSpPr/>
          <p:nvPr/>
        </p:nvSpPr>
        <p:spPr>
          <a:xfrm>
            <a:off x="2540000" y="3810000"/>
            <a:ext cx="698500" cy="698500"/>
          </a:xfrm>
          <a:prstGeom prst="ellipse">
            <a:avLst/>
          </a:prstGeom>
          <a:solidFill>
            <a:srgbClr val="7B68EE">
              <a:alpha val="40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13" name="WhiteCircle"/>
          <p:cNvSpPr/>
          <p:nvPr/>
        </p:nvSpPr>
        <p:spPr>
          <a:xfrm>
            <a:off x="762000" y="4572000"/>
            <a:ext cx="1270000" cy="12700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14" name="AccentLine"/>
          <p:cNvSpPr/>
          <p:nvPr/>
        </p:nvSpPr>
        <p:spPr>
          <a:xfrm>
            <a:off x="5334000" y="3400000"/>
            <a:ext cx="889000" cy="50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15" name="Title"/>
          <p:cNvSpPr/>
          <p:nvPr/>
        </p:nvSpPr>
        <p:spPr>
          <a:xfrm>
            <a:off x="5181600" y="1143000"/>
            <a:ext cx="6604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ko-KR" sz="2800" b="1" dirty="0">
                <a:solidFill>
                  <a:srgbClr val="FFFFFF"/>
                </a:solidFill>
                <a:latin typeface="Segoe UI Semibold"/>
                <a:ea typeface="Malgun Gothic"/>
              </a:rPr>
              <a:t>AI 인증기관</a:t>
            </a:r>
            <a:r>
              <a:rPr lang="en-US" altLang="ko-KR" dirty="0">
                <a:solidFill>
                  <a:srgbClr val="99BBDD"/>
                </a:solidFill>
              </a:rPr>
              <a:t>(</a:t>
            </a:r>
            <a:r>
              <a:rPr lang="en-US" sz="1800" dirty="0">
                <a:solidFill>
                  <a:srgbClr val="99BBDD"/>
                </a:solidFill>
                <a:latin typeface="Segoe UI"/>
              </a:rPr>
              <a:t>Notified Body)</a:t>
            </a:r>
          </a:p>
          <a:p>
            <a:pPr algn="l">
              <a:buNone/>
            </a:pPr>
            <a:r>
              <a:rPr lang="ko-KR" sz="2800" b="1" dirty="0">
                <a:solidFill>
                  <a:srgbClr val="FFFFFF"/>
                </a:solidFill>
                <a:latin typeface="Segoe UI Semibold"/>
                <a:ea typeface="Malgun Gothic"/>
              </a:rPr>
              <a:t>한국 검증체계 비교</a:t>
            </a:r>
          </a:p>
        </p:txBody>
      </p:sp>
      <p:sp>
        <p:nvSpPr>
          <p:cNvPr id="16" name="Subtitle"/>
          <p:cNvSpPr/>
          <p:nvPr/>
        </p:nvSpPr>
        <p:spPr>
          <a:xfrm>
            <a:off x="5334000" y="3600000"/>
            <a:ext cx="6604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ko-KR" sz="2200" dirty="0">
                <a:solidFill>
                  <a:srgbClr val="00A88F"/>
                </a:solidFill>
                <a:latin typeface="Segoe UI"/>
                <a:ea typeface="맑은 고딕"/>
              </a:rPr>
              <a:t>민간 인증의 법적 인정 필요성</a:t>
            </a:r>
          </a:p>
        </p:txBody>
      </p:sp>
      <p:sp>
        <p:nvSpPr>
          <p:cNvPr id="17" name="EngSubtitle"/>
          <p:cNvSpPr/>
          <p:nvPr/>
        </p:nvSpPr>
        <p:spPr>
          <a:xfrm>
            <a:off x="5334000" y="4400000"/>
            <a:ext cx="6604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ko-KR" altLang="en-US" sz="1400" dirty="0">
                <a:solidFill>
                  <a:srgbClr val="6677AA"/>
                </a:solidFill>
                <a:latin typeface="Segoe UI"/>
              </a:rPr>
              <a:t>융합정보기술학과 인공지능전공 이재이</a:t>
            </a:r>
            <a:endParaRPr lang="en-US" sz="1400" dirty="0">
              <a:solidFill>
                <a:srgbClr val="6677AA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1250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F5BDD-0B20-98AF-A355-AFD9DA48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서론 </a:t>
            </a:r>
            <a:r>
              <a:rPr lang="en-US" sz="2800" b="1" dirty="0">
                <a:solidFill>
                  <a:srgbClr val="0066CC"/>
                </a:solidFill>
              </a:rPr>
              <a:t>|</a:t>
            </a: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 AI 인증 체계의 필요성</a:t>
            </a:r>
          </a:p>
        </p:txBody>
      </p:sp>
      <p:sp>
        <p:nvSpPr>
          <p:cNvPr id="10" name="SubLine"/>
          <p:cNvSpPr/>
          <p:nvPr/>
        </p:nvSpPr>
        <p:spPr>
          <a:xfrm>
            <a:off x="838200" y="1295400"/>
            <a:ext cx="103632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endParaRPr lang="en-US" dirty="0"/>
          </a:p>
        </p:txBody>
      </p:sp>
      <p:sp>
        <p:nvSpPr>
          <p:cNvPr id="11" name="IntroText"/>
          <p:cNvSpPr/>
          <p:nvPr/>
        </p:nvSpPr>
        <p:spPr>
          <a:xfrm>
            <a:off x="838200" y="15240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AI가 의료 진단, 자율주행, 채용 심사 등 </a:t>
            </a:r>
            <a:r>
              <a:rPr lang="ko-KR" sz="1400" b="1" dirty="0">
                <a:solidFill>
                  <a:srgbClr val="0066CC"/>
                </a:solidFill>
                <a:ea typeface="Malgun Gothic"/>
              </a:rPr>
              <a:t>사람의 생명과 권리에 직결되는 영역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에 빠르게 확산되고 있습니다. 기존 소프트웨어 품질 시험만으로는 AI 고유의 편향성, 불투명성, 자율학습 리스크를 통제하기 어렵습니다.</a:t>
            </a:r>
          </a:p>
        </p:txBody>
      </p:sp>
      <p:sp>
        <p:nvSpPr>
          <p:cNvPr id="20" name="Card1"/>
          <p:cNvSpPr/>
          <p:nvPr/>
        </p:nvSpPr>
        <p:spPr>
          <a:xfrm>
            <a:off x="2667000" y="3124200"/>
            <a:ext cx="3200400" cy="29718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66CC"/>
                </a:solidFill>
              </a:rPr>
              <a:t>EU AI Act</a:t>
            </a: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2024년 발효된 세계 최초 AI 규제법. 고위험 AI는 민간 인증기관의 독립 심사를 통과해야 출시 가능.</a:t>
            </a:r>
          </a:p>
        </p:txBody>
      </p:sp>
      <p:sp>
        <p:nvSpPr>
          <p:cNvPr id="21" name="Card2"/>
          <p:cNvSpPr/>
          <p:nvPr/>
        </p:nvSpPr>
        <p:spPr>
          <a:xfrm>
            <a:off x="6096000" y="3124200"/>
            <a:ext cx="3200400" cy="29718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b="1" dirty="0">
                <a:solidFill>
                  <a:srgbClr val="00A88F"/>
                </a:solidFill>
                <a:ea typeface="Malgun Gothic"/>
              </a:rPr>
              <a:t>한국의 현황</a:t>
            </a: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국가인정기구(KOLAS)가 시험기관을 인정하고, 일부 기관이 AI 시험을 시작했으나 법적 인증 제도는 아직 없음.</a:t>
            </a:r>
          </a:p>
        </p:txBody>
      </p:sp>
      <p:pic>
        <p:nvPicPr>
          <p:cNvPr id="1028" name="Picture 4" descr="EU AI Act - Overview Of Third Party Obligations">
            <a:extLst>
              <a:ext uri="{FF2B5EF4-FFF2-40B4-BE49-F238E27FC236}">
                <a16:creationId xmlns:a16="http://schemas.microsoft.com/office/drawing/2014/main" id="{D697666F-AF61-F261-CD99-A40889AA9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558340" y="3429000"/>
            <a:ext cx="1417720" cy="14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한국시험인증원">
            <a:extLst>
              <a:ext uri="{FF2B5EF4-FFF2-40B4-BE49-F238E27FC236}">
                <a16:creationId xmlns:a16="http://schemas.microsoft.com/office/drawing/2014/main" id="{A997175A-BF83-1B06-9CA1-861736E8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240" y="3636963"/>
            <a:ext cx="2008610" cy="116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39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88CCA-DDCD-3BA8-720E-5E4E8E0F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1A1F36"/>
                </a:solidFill>
              </a:rPr>
              <a:t>EU AI Act </a:t>
            </a:r>
            <a:r>
              <a:rPr lang="en-US" sz="2800" b="1" dirty="0">
                <a:solidFill>
                  <a:srgbClr val="0066CC"/>
                </a:solidFill>
              </a:rPr>
              <a:t>|</a:t>
            </a: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 인증기관(Notified Body) 구조</a:t>
            </a:r>
          </a:p>
        </p:txBody>
      </p:sp>
      <p:sp>
        <p:nvSpPr>
          <p:cNvPr id="10" name="AccentLine"/>
          <p:cNvSpPr/>
          <p:nvPr/>
        </p:nvSpPr>
        <p:spPr>
          <a:xfrm>
            <a:off x="838200" y="1295400"/>
            <a:ext cx="103632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endParaRPr lang="en-US" dirty="0"/>
          </a:p>
        </p:txBody>
      </p:sp>
      <p:sp>
        <p:nvSpPr>
          <p:cNvPr id="11" name="NBDef"/>
          <p:cNvSpPr/>
          <p:nvPr/>
        </p:nvSpPr>
        <p:spPr>
          <a:xfrm>
            <a:off x="838200" y="1524000"/>
            <a:ext cx="5486400" cy="1828800"/>
          </a:xfrm>
          <a:prstGeom prst="roundRect">
            <a:avLst/>
          </a:prstGeom>
          <a:solidFill>
            <a:srgbClr val="0066CC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0066CC"/>
                </a:solidFill>
                <a:ea typeface="Malgun Gothic"/>
              </a:rPr>
              <a:t>민간 인증기관(NB)이란?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EU 정부가 지정한 </a:t>
            </a:r>
            <a:r>
              <a:rPr lang="ko-KR" sz="1400" b="1" dirty="0">
                <a:solidFill>
                  <a:srgbClr val="1A1F36"/>
                </a:solidFill>
                <a:ea typeface="Malgun Gothic"/>
              </a:rPr>
              <a:t>독립적 민간 심사기관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으로, 제품이 법적 기준을 충족하는지 제3자 입장에서 검증합니다. 정부는 감독만 하고 실제 심사는 민간 전문가가 수행합니다.</a:t>
            </a:r>
          </a:p>
        </p:txBody>
      </p:sp>
      <p:sp>
        <p:nvSpPr>
          <p:cNvPr id="20" name="Feature1"/>
          <p:cNvSpPr/>
          <p:nvPr/>
        </p:nvSpPr>
        <p:spPr>
          <a:xfrm>
            <a:off x="6553200" y="1523999"/>
            <a:ext cx="4648200" cy="796925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위험도에 따른 4단계 규제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금지 → 고위험 → 제한적 → 최소 위험</a:t>
            </a:r>
          </a:p>
        </p:txBody>
      </p:sp>
      <p:sp>
        <p:nvSpPr>
          <p:cNvPr id="21" name="Feature2"/>
          <p:cNvSpPr/>
          <p:nvPr/>
        </p:nvSpPr>
        <p:spPr>
          <a:xfrm>
            <a:off x="6553200" y="2552700"/>
            <a:ext cx="4648200" cy="8001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고위험 AI = NB 심사 필수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의료·채용·신용평가 등은 반드시 NB 통과</a:t>
            </a:r>
          </a:p>
        </p:txBody>
      </p:sp>
      <p:sp>
        <p:nvSpPr>
          <p:cNvPr id="30" name="LimitTitle"/>
          <p:cNvSpPr/>
          <p:nvPr/>
        </p:nvSpPr>
        <p:spPr>
          <a:xfrm>
            <a:off x="838200" y="35814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800" b="1" dirty="0">
                <a:solidFill>
                  <a:srgbClr val="FF6B35"/>
                </a:solidFill>
                <a:ea typeface="맑은 고딕"/>
              </a:rPr>
              <a:t>⚠ 한계점</a:t>
            </a:r>
          </a:p>
        </p:txBody>
      </p:sp>
      <p:sp>
        <p:nvSpPr>
          <p:cNvPr id="31" name="Limit1"/>
          <p:cNvSpPr/>
          <p:nvPr/>
        </p:nvSpPr>
        <p:spPr>
          <a:xfrm>
            <a:off x="838200" y="3962400"/>
            <a:ext cx="3200400" cy="2667000"/>
          </a:xfrm>
          <a:prstGeom prst="round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b="1" dirty="0">
                <a:solidFill>
                  <a:srgbClr val="FF6B35"/>
                </a:solidFill>
                <a:ea typeface="Malgun Gothic"/>
              </a:rPr>
              <a:t>인증기관 부족</a:t>
            </a: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EU 의료기기 규제 때 인증기관이 절반으로 줄어 심사 대기만 18개월 걸린 전례. AI에서도 같은 병목 우려.</a:t>
            </a:r>
          </a:p>
        </p:txBody>
      </p:sp>
      <p:sp>
        <p:nvSpPr>
          <p:cNvPr id="32" name="Limit2"/>
          <p:cNvSpPr/>
          <p:nvPr/>
        </p:nvSpPr>
        <p:spPr>
          <a:xfrm>
            <a:off x="4267200" y="3962400"/>
            <a:ext cx="3200400" cy="2667000"/>
          </a:xfrm>
          <a:prstGeom prst="round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b="1" dirty="0">
                <a:solidFill>
                  <a:srgbClr val="FF6B35"/>
                </a:solidFill>
                <a:ea typeface="Malgun Gothic"/>
              </a:rPr>
              <a:t>높은 인증 비용</a:t>
            </a: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건당 수억 원 추정. 스타트업은 개발비의 10~30%를 인증에 쏟아야 해, EU 시장 자체를 포기할 수 있음.</a:t>
            </a:r>
          </a:p>
        </p:txBody>
      </p:sp>
      <p:sp>
        <p:nvSpPr>
          <p:cNvPr id="33" name="Limit3"/>
          <p:cNvSpPr/>
          <p:nvPr/>
        </p:nvSpPr>
        <p:spPr>
          <a:xfrm>
            <a:off x="7696200" y="3962400"/>
            <a:ext cx="3200400" cy="2667000"/>
          </a:xfrm>
          <a:prstGeom prst="round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400" b="1" dirty="0">
                <a:solidFill>
                  <a:srgbClr val="FF6B35"/>
                </a:solidFill>
                <a:ea typeface="Malgun Gothic"/>
              </a:rPr>
              <a:t>기술보다 느린 규제</a:t>
            </a:r>
          </a:p>
          <a:p>
            <a:pPr algn="l">
              <a:buNone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AI 기술은 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단 몇 개월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마다 세대교체되지만, 규제 프레임워크 수립에는 4년이 걸렸음. 새 기술이 항상 규제 사각에 놓이는 구조.</a:t>
            </a:r>
          </a:p>
        </p:txBody>
      </p:sp>
      <p:pic>
        <p:nvPicPr>
          <p:cNvPr id="4" name="그림 3">
            <a:hlinkClick r:id="rId2"/>
            <a:extLst>
              <a:ext uri="{FF2B5EF4-FFF2-40B4-BE49-F238E27FC236}">
                <a16:creationId xmlns:a16="http://schemas.microsoft.com/office/drawing/2014/main" id="{F607C73C-FC7B-BCDA-D23F-2912CBB66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63" y="5784781"/>
            <a:ext cx="2823037" cy="423048"/>
          </a:xfrm>
          <a:prstGeom prst="rect">
            <a:avLst/>
          </a:prstGeom>
        </p:spPr>
      </p:pic>
      <p:pic>
        <p:nvPicPr>
          <p:cNvPr id="6" name="그림 5">
            <a:hlinkClick r:id="rId4"/>
            <a:extLst>
              <a:ext uri="{FF2B5EF4-FFF2-40B4-BE49-F238E27FC236}">
                <a16:creationId xmlns:a16="http://schemas.microsoft.com/office/drawing/2014/main" id="{405F6B29-E523-4D24-18D9-418A819BD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798" y="3505201"/>
            <a:ext cx="4318803" cy="36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29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09BE9-9609-9BE9-95FD-3A23D83DE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한국의 AI 검증체계 </a:t>
            </a:r>
            <a:r>
              <a:rPr lang="en-US" sz="2800" b="1" dirty="0">
                <a:solidFill>
                  <a:srgbClr val="0066CC"/>
                </a:solidFill>
              </a:rPr>
              <a:t>|</a:t>
            </a: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 현황과 과제</a:t>
            </a:r>
          </a:p>
        </p:txBody>
      </p:sp>
      <p:sp>
        <p:nvSpPr>
          <p:cNvPr id="10" name="Line"/>
          <p:cNvSpPr/>
          <p:nvPr/>
        </p:nvSpPr>
        <p:spPr>
          <a:xfrm>
            <a:off x="838200" y="1295400"/>
            <a:ext cx="10363200" cy="50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endParaRPr lang="en-US" dirty="0"/>
          </a:p>
        </p:txBody>
      </p:sp>
      <p:sp>
        <p:nvSpPr>
          <p:cNvPr id="11" name="Current"/>
          <p:cNvSpPr/>
          <p:nvPr/>
        </p:nvSpPr>
        <p:spPr>
          <a:xfrm>
            <a:off x="838200" y="1524000"/>
            <a:ext cx="5181600" cy="2133600"/>
          </a:xfrm>
          <a:prstGeom prst="roundRect">
            <a:avLst/>
          </a:prstGeom>
          <a:solidFill>
            <a:srgbClr val="00A88F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00A88F"/>
                </a:solidFill>
                <a:ea typeface="Malgun Gothic"/>
              </a:rPr>
              <a:t>현재 체계</a:t>
            </a:r>
          </a:p>
          <a:p>
            <a:pPr marL="228600" indent="-228600">
              <a:spcBef>
                <a:spcPts val="300"/>
              </a:spcBef>
              <a:buFont typeface="Arial"/>
              <a:buChar char="●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국가기구가 시험기관을 평가·인정하는 구조</a:t>
            </a:r>
          </a:p>
          <a:p>
            <a:pPr marL="228600" indent="-228600">
              <a:spcBef>
                <a:spcPts val="300"/>
              </a:spcBef>
              <a:buFont typeface="Arial"/>
              <a:buChar char="●"/>
            </a:pPr>
            <a:r>
              <a:rPr lang="ko-KR" sz="1400" dirty="0">
                <a:solidFill>
                  <a:srgbClr val="2D3561"/>
                </a:solidFill>
                <a:ea typeface="Malgun Gothic"/>
                <a:hlinkClick r:id="rId2"/>
              </a:rPr>
              <a:t>107개국과 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시험 성적서 상호인정</a:t>
            </a:r>
          </a:p>
          <a:p>
            <a:pPr marL="228600" indent="-228600">
              <a:spcBef>
                <a:spcPts val="300"/>
              </a:spcBef>
              <a:buFont typeface="Arial"/>
              <a:buChar char="●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2024년 국내 첫 AI 신뢰성 공인시험 시작</a:t>
            </a:r>
          </a:p>
        </p:txBody>
      </p:sp>
      <p:sp>
        <p:nvSpPr>
          <p:cNvPr id="12" name="Challenge"/>
          <p:cNvSpPr/>
          <p:nvPr/>
        </p:nvSpPr>
        <p:spPr>
          <a:xfrm>
            <a:off x="6248400" y="1524000"/>
            <a:ext cx="4953000" cy="2133600"/>
          </a:xfrm>
          <a:prstGeom prst="round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FF6B35"/>
                </a:solidFill>
                <a:ea typeface="Malgun Gothic"/>
              </a:rPr>
              <a:t>AI 분야 한계</a:t>
            </a:r>
          </a:p>
          <a:p>
            <a:pPr marL="228600" indent="-228600">
              <a:spcBef>
                <a:spcPts val="300"/>
              </a:spcBef>
              <a:buFont typeface="Arial"/>
              <a:buChar char="✕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시험은 있으나 법적 구속력 있는 인증은 없음</a:t>
            </a:r>
          </a:p>
          <a:p>
            <a:pPr marL="228600" indent="-228600">
              <a:spcBef>
                <a:spcPts val="300"/>
              </a:spcBef>
              <a:buFont typeface="Arial"/>
              <a:buChar char="✕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AI 편향성·설명가능성 평가 전문 인력 부족</a:t>
            </a:r>
          </a:p>
          <a:p>
            <a:pPr marL="228600" indent="-228600">
              <a:spcBef>
                <a:spcPts val="300"/>
              </a:spcBef>
              <a:buFont typeface="Arial"/>
              <a:buChar char="✕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AI기본법 통과, 인증 세부규정은 미정</a:t>
            </a:r>
          </a:p>
        </p:txBody>
      </p:sp>
      <p:sp>
        <p:nvSpPr>
          <p:cNvPr id="13" name="PrepH"/>
          <p:cNvSpPr/>
          <p:nvPr/>
        </p:nvSpPr>
        <p:spPr>
          <a:xfrm>
            <a:off x="838200" y="38100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1A1F36"/>
                </a:solidFill>
                <a:ea typeface="맑은 고딕"/>
              </a:rPr>
              <a:t>필요한 준비사항</a:t>
            </a:r>
          </a:p>
        </p:txBody>
      </p:sp>
      <p:sp>
        <p:nvSpPr>
          <p:cNvPr id="40" name="Card0"/>
          <p:cNvSpPr/>
          <p:nvPr/>
        </p:nvSpPr>
        <p:spPr>
          <a:xfrm>
            <a:off x="838200" y="4191000"/>
            <a:ext cx="2514600" cy="24384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66CC">
                    <a:alpha val="30000"/>
                  </a:srgbClr>
                </a:solidFill>
              </a:rPr>
              <a:t>01</a:t>
            </a:r>
          </a:p>
          <a:p>
            <a:pPr algn="l"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전문 인력 양성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AI 공정성·보안 평가 전문가 양성. 대학원 연계 인증 전문 과정 신설.</a:t>
            </a:r>
          </a:p>
        </p:txBody>
      </p:sp>
      <p:sp>
        <p:nvSpPr>
          <p:cNvPr id="41" name="Card1"/>
          <p:cNvSpPr/>
          <p:nvPr/>
        </p:nvSpPr>
        <p:spPr>
          <a:xfrm>
            <a:off x="3505200" y="4191000"/>
            <a:ext cx="2514600" cy="24384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66CC">
                    <a:alpha val="30000"/>
                  </a:srgbClr>
                </a:solidFill>
              </a:rPr>
              <a:t>02</a:t>
            </a:r>
          </a:p>
          <a:p>
            <a:pPr algn="l"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법적 근거 마련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AI기본법 하위법령에 민간 인증기관 지정·감독 조항 마련.</a:t>
            </a:r>
          </a:p>
        </p:txBody>
      </p:sp>
      <p:sp>
        <p:nvSpPr>
          <p:cNvPr id="42" name="Card2"/>
          <p:cNvSpPr/>
          <p:nvPr/>
        </p:nvSpPr>
        <p:spPr>
          <a:xfrm>
            <a:off x="6172200" y="4191000"/>
            <a:ext cx="2514600" cy="24384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66CC">
                    <a:alpha val="30000"/>
                  </a:srgbClr>
                </a:solidFill>
              </a:rPr>
              <a:t>03</a:t>
            </a:r>
          </a:p>
          <a:p>
            <a:pPr algn="l"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국제 기준 연계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국제 AI 표준과 한국 인증을 연결해 해외 수출 시 이중 인증 방지.</a:t>
            </a:r>
          </a:p>
        </p:txBody>
      </p:sp>
      <p:sp>
        <p:nvSpPr>
          <p:cNvPr id="43" name="Card3"/>
          <p:cNvSpPr/>
          <p:nvPr/>
        </p:nvSpPr>
        <p:spPr>
          <a:xfrm>
            <a:off x="8839200" y="4191000"/>
            <a:ext cx="2514600" cy="24384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2400" b="1" dirty="0">
                <a:solidFill>
                  <a:srgbClr val="0066CC">
                    <a:alpha val="30000"/>
                  </a:srgbClr>
                </a:solidFill>
              </a:rPr>
              <a:t>04</a:t>
            </a:r>
          </a:p>
          <a:p>
            <a:pPr algn="l"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샌드박스 시범 운영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의료·금융·자율주행 등 분야별로 민간 인증을 시범 적용한 후 단계적 확대.</a:t>
            </a:r>
          </a:p>
        </p:txBody>
      </p:sp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402375B7-ECE9-BFC7-49D6-60EEBBDC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361" y="2893556"/>
            <a:ext cx="4393278" cy="53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46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42B6C-E141-967D-5D7A-5414AEBBE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민간 인증의 법적 인정 필요성 </a:t>
            </a:r>
            <a:r>
              <a:rPr lang="en-US" sz="2800" b="1" dirty="0">
                <a:solidFill>
                  <a:srgbClr val="0066CC"/>
                </a:solidFill>
              </a:rPr>
              <a:t>|</a:t>
            </a: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 국내 국가규제 실패 사례</a:t>
            </a:r>
          </a:p>
        </p:txBody>
      </p:sp>
      <p:sp>
        <p:nvSpPr>
          <p:cNvPr id="10" name="AccLine"/>
          <p:cNvSpPr/>
          <p:nvPr/>
        </p:nvSpPr>
        <p:spPr>
          <a:xfrm>
            <a:off x="838200" y="1295400"/>
            <a:ext cx="1036320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endParaRPr lang="en-US" dirty="0"/>
          </a:p>
        </p:txBody>
      </p:sp>
      <p:sp>
        <p:nvSpPr>
          <p:cNvPr id="11" name="TopMsg"/>
          <p:cNvSpPr/>
          <p:nvPr/>
        </p:nvSpPr>
        <p:spPr>
          <a:xfrm>
            <a:off x="838200" y="1524000"/>
            <a:ext cx="10363200" cy="762000"/>
          </a:xfrm>
          <a:prstGeom prst="round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FF6B35"/>
                </a:solidFill>
                <a:ea typeface="Malgun Gothic"/>
              </a:rPr>
              <a:t>국가 주도 인증 체계가 초래한 규제 실패 사례들</a:t>
            </a:r>
          </a:p>
          <a:p>
            <a:pPr algn="l">
              <a:buNone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과도한 국가 규제가 기술 혁신과 산업 발전을 저해한 대표적인 국내 사례 분석</a:t>
            </a:r>
          </a:p>
        </p:txBody>
      </p:sp>
      <p:sp>
        <p:nvSpPr>
          <p:cNvPr id="20" name="Case1"/>
          <p:cNvSpPr/>
          <p:nvPr/>
        </p:nvSpPr>
        <p:spPr>
          <a:xfrm>
            <a:off x="838200" y="2514600"/>
            <a:ext cx="3352800" cy="41148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dirty="0">
                <a:solidFill>
                  <a:srgbClr val="FF6B35"/>
                </a:solidFill>
              </a:rPr>
              <a:t>CASE 01</a:t>
            </a:r>
          </a:p>
          <a:p>
            <a:pPr algn="l">
              <a:buNone/>
            </a:pPr>
            <a:r>
              <a:rPr lang="ko-KR" sz="1400" b="1" dirty="0">
                <a:solidFill>
                  <a:srgbClr val="FF6B35"/>
                </a:solidFill>
                <a:ea typeface="Malgun Gothic"/>
              </a:rPr>
              <a:t>게임물관리위원회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>
              <a:spcBef>
                <a:spcPts val="200"/>
              </a:spcBef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2006년 바다이야기 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규제를 위해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 출범</a:t>
            </a: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n-US" altLang="ko-KR" sz="1400" dirty="0" err="1">
                <a:solidFill>
                  <a:srgbClr val="2D3561"/>
                </a:solidFill>
                <a:ea typeface="Malgun Gothic"/>
              </a:rPr>
              <a:t>Balatro</a:t>
            </a:r>
            <a:r>
              <a:rPr lang="en-US" altLang="ko-KR" sz="1400" dirty="0">
                <a:solidFill>
                  <a:srgbClr val="2D3561"/>
                </a:solidFill>
                <a:ea typeface="Malgun Gothic"/>
              </a:rPr>
              <a:t> 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성인등급 심의 사건</a:t>
            </a:r>
            <a:endParaRPr 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 err="1">
                <a:solidFill>
                  <a:srgbClr val="2D3561"/>
                </a:solidFill>
                <a:ea typeface="Malgun Gothic"/>
              </a:rPr>
              <a:t>게임계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 검열 대항 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21만명 헌법소원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2025.9 전부개정안: 폐지 추진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400" b="1" dirty="0">
                <a:solidFill>
                  <a:srgbClr val="FF6B35"/>
                </a:solidFill>
                <a:ea typeface="Malgun Gothic"/>
              </a:rPr>
              <a:t>→ 국가 독점 심의의 실패</a:t>
            </a:r>
          </a:p>
        </p:txBody>
      </p:sp>
      <p:sp>
        <p:nvSpPr>
          <p:cNvPr id="21" name="Case2"/>
          <p:cNvSpPr/>
          <p:nvPr/>
        </p:nvSpPr>
        <p:spPr>
          <a:xfrm>
            <a:off x="4343400" y="2514600"/>
            <a:ext cx="3352800" cy="41148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</a:rPr>
              <a:t>CASE 02</a:t>
            </a:r>
          </a:p>
          <a:p>
            <a:pPr algn="l">
              <a:buNone/>
            </a:pPr>
            <a:r>
              <a:rPr lang="ko-KR" sz="1400" b="1" dirty="0" err="1">
                <a:solidFill>
                  <a:srgbClr val="0066CC"/>
                </a:solidFill>
                <a:ea typeface="Malgun Gothic"/>
              </a:rPr>
              <a:t>KC</a:t>
            </a:r>
            <a:r>
              <a:rPr lang="ko-KR" altLang="en-US" sz="1400" b="1" dirty="0" err="1">
                <a:solidFill>
                  <a:srgbClr val="0066CC"/>
                </a:solidFill>
                <a:ea typeface="Malgun Gothic"/>
              </a:rPr>
              <a:t>미</a:t>
            </a:r>
            <a:r>
              <a:rPr lang="ko-KR" sz="1400" b="1" dirty="0" err="1">
                <a:solidFill>
                  <a:srgbClr val="0066CC"/>
                </a:solidFill>
                <a:ea typeface="Malgun Gothic"/>
              </a:rPr>
              <a:t>인증</a:t>
            </a:r>
            <a:r>
              <a:rPr lang="ko-KR" sz="1400" b="1" dirty="0">
                <a:solidFill>
                  <a:srgbClr val="0066CC"/>
                </a:solidFill>
                <a:ea typeface="Malgun Gothic"/>
              </a:rPr>
              <a:t> 해외직구 차단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>
              <a:spcBef>
                <a:spcPts val="200"/>
              </a:spcBef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>
              <a:spcBef>
                <a:spcPts val="200"/>
              </a:spcBef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 err="1">
                <a:solidFill>
                  <a:srgbClr val="2D3561"/>
                </a:solidFill>
                <a:ea typeface="Malgun Gothic"/>
              </a:rPr>
              <a:t>유인촌장관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 아이패드 사건</a:t>
            </a: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2024.5 KC미인증 80품목 직구금지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CE·UL 등 글로벌 인증 불인정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3일 만에 철회, 대통령실 사과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400" b="1" dirty="0">
                <a:solidFill>
                  <a:srgbClr val="0066CC"/>
                </a:solidFill>
                <a:ea typeface="Malgun Gothic"/>
              </a:rPr>
              <a:t>→ 갈라파고스 인증의 한계</a:t>
            </a:r>
          </a:p>
        </p:txBody>
      </p:sp>
      <p:sp>
        <p:nvSpPr>
          <p:cNvPr id="22" name="Case3"/>
          <p:cNvSpPr/>
          <p:nvPr/>
        </p:nvSpPr>
        <p:spPr>
          <a:xfrm>
            <a:off x="7848600" y="2514600"/>
            <a:ext cx="3352800" cy="4114800"/>
          </a:xfrm>
          <a:prstGeom prst="roundRect">
            <a:avLst/>
          </a:prstGeom>
          <a:solidFill>
            <a:srgbClr val="F0F2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en-US" sz="1400" dirty="0">
                <a:solidFill>
                  <a:srgbClr val="00A88F"/>
                </a:solidFill>
              </a:rPr>
              <a:t>CASE 03</a:t>
            </a:r>
          </a:p>
          <a:p>
            <a:pPr algn="l">
              <a:buNone/>
            </a:pPr>
            <a:r>
              <a:rPr lang="ko-KR" sz="1400" b="1" dirty="0">
                <a:solidFill>
                  <a:srgbClr val="00A88F"/>
                </a:solidFill>
                <a:ea typeface="Malgun Gothic"/>
              </a:rPr>
              <a:t>공인인증서 독점 폐지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endParaRPr lang="en-US" altLang="ko-KR" sz="1400" dirty="0">
              <a:solidFill>
                <a:srgbClr val="2D3561"/>
              </a:solidFill>
              <a:ea typeface="Malgun Gothic"/>
            </a:endParaRP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1999~2020 공인인증서 21년 독점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ActiveX → 모바일 대응 불가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2020 민간 간편인증 법적 인정</a:t>
            </a:r>
          </a:p>
          <a:p>
            <a:pPr algn="l">
              <a:spcBef>
                <a:spcPts val="400"/>
              </a:spcBef>
              <a:buNone/>
            </a:pPr>
            <a:r>
              <a:rPr lang="ko-KR" sz="1400" b="1" dirty="0">
                <a:solidFill>
                  <a:srgbClr val="00A88F"/>
                </a:solidFill>
                <a:ea typeface="Malgun Gothic"/>
              </a:rPr>
              <a:t>→ 민간 개방의 성공 모델</a:t>
            </a:r>
          </a:p>
        </p:txBody>
      </p:sp>
      <p:pic>
        <p:nvPicPr>
          <p:cNvPr id="2050" name="Picture 2" descr=" 유인촌 문화체육관광부장관이 26일 아이패드를 들고 '전자출판 육성방안'을 브리핑하고 있다. 미 애플사가 4월초부터 공식 시판중인 아이패드는 현재 정부에서 현행법 등을 들면서 통관을 금지해 놓은 품목이다.">
            <a:extLst>
              <a:ext uri="{FF2B5EF4-FFF2-40B4-BE49-F238E27FC236}">
                <a16:creationId xmlns:a16="http://schemas.microsoft.com/office/drawing/2014/main" id="{4BC70EA9-54E9-458A-2059-414905A56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251" y="3241133"/>
            <a:ext cx="1015097" cy="153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발라트로 19금 심의 논란 &lt; 게임플 기자실 &lt; 기사본문 - 게임플">
            <a:extLst>
              <a:ext uri="{FF2B5EF4-FFF2-40B4-BE49-F238E27FC236}">
                <a16:creationId xmlns:a16="http://schemas.microsoft.com/office/drawing/2014/main" id="{B61931BE-4508-165B-AE2B-63C6EB84C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189" y="3356810"/>
            <a:ext cx="2598821" cy="129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네이버 인증서로 간편 인증 : 네이버 블로그">
            <a:extLst>
              <a:ext uri="{FF2B5EF4-FFF2-40B4-BE49-F238E27FC236}">
                <a16:creationId xmlns:a16="http://schemas.microsoft.com/office/drawing/2014/main" id="{8CED882D-273E-0543-EDA3-1DCDE13BF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b="21319"/>
          <a:stretch>
            <a:fillRect/>
          </a:stretch>
        </p:blipFill>
        <p:spPr bwMode="auto">
          <a:xfrm>
            <a:off x="8865051" y="3269915"/>
            <a:ext cx="1370058" cy="15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97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9FC18-75DD-698C-67BB-984D5983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4400"/>
          </a:xfrm>
        </p:spPr>
        <p:txBody>
          <a:bodyPr/>
          <a:lstStyle/>
          <a:p>
            <a:pPr algn="l">
              <a:buNone/>
            </a:pPr>
            <a:r>
              <a:rPr lang="ko-KR" altLang="en-US" sz="2800" b="1" dirty="0">
                <a:solidFill>
                  <a:srgbClr val="1A1F36"/>
                </a:solidFill>
                <a:ea typeface="맑은 고딕"/>
              </a:rPr>
              <a:t>결론</a:t>
            </a:r>
          </a:p>
        </p:txBody>
      </p:sp>
      <p:sp>
        <p:nvSpPr>
          <p:cNvPr id="10" name="Line"/>
          <p:cNvSpPr/>
          <p:nvPr/>
        </p:nvSpPr>
        <p:spPr>
          <a:xfrm>
            <a:off x="838200" y="1295400"/>
            <a:ext cx="103632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endParaRPr lang="en-US" dirty="0"/>
          </a:p>
        </p:txBody>
      </p:sp>
      <p:sp>
        <p:nvSpPr>
          <p:cNvPr id="11" name="KeyMsg"/>
          <p:cNvSpPr/>
          <p:nvPr/>
        </p:nvSpPr>
        <p:spPr>
          <a:xfrm>
            <a:off x="838200" y="1524000"/>
            <a:ext cx="10363200" cy="1143000"/>
          </a:xfrm>
          <a:prstGeom prst="roundRect">
            <a:avLst/>
          </a:prstGeom>
          <a:solidFill>
            <a:srgbClr val="E8ECF4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ctr">
              <a:buNone/>
            </a:pPr>
            <a:r>
              <a:rPr lang="ko-KR" sz="1600" b="1" dirty="0">
                <a:solidFill>
                  <a:srgbClr val="0066CC"/>
                </a:solidFill>
                <a:ea typeface="Malgun Gothic"/>
              </a:rPr>
              <a:t>EU</a:t>
            </a:r>
            <a:r>
              <a:rPr lang="en-US" altLang="ko-KR" sz="1600" b="1" dirty="0">
                <a:solidFill>
                  <a:srgbClr val="0066CC"/>
                </a:solidFill>
                <a:ea typeface="Malgun Gothic"/>
              </a:rPr>
              <a:t> </a:t>
            </a:r>
            <a:r>
              <a:rPr lang="ko-KR" altLang="en-US" sz="1600" b="1" dirty="0">
                <a:solidFill>
                  <a:srgbClr val="0066CC"/>
                </a:solidFill>
                <a:ea typeface="Malgun Gothic"/>
              </a:rPr>
              <a:t>사례</a:t>
            </a:r>
            <a:r>
              <a:rPr lang="ko-KR" sz="1600" b="1" dirty="0">
                <a:solidFill>
                  <a:srgbClr val="0066CC"/>
                </a:solidFill>
                <a:ea typeface="Malgun Gothic"/>
              </a:rPr>
              <a:t>의 교훈을 반면교사로, 한국 실정에 맞는</a:t>
            </a:r>
            <a:r>
              <a:rPr lang="en-US" altLang="ko-KR" sz="1600" b="1" dirty="0">
                <a:solidFill>
                  <a:srgbClr val="0066CC"/>
                </a:solidFill>
                <a:ea typeface="Malgun Gothic"/>
              </a:rPr>
              <a:t> </a:t>
            </a:r>
            <a:r>
              <a:rPr lang="ko-KR" altLang="en-US" sz="1600" b="1" dirty="0">
                <a:solidFill>
                  <a:srgbClr val="0066CC"/>
                </a:solidFill>
                <a:ea typeface="Malgun Gothic"/>
              </a:rPr>
              <a:t>민간 위주의</a:t>
            </a:r>
            <a:r>
              <a:rPr lang="ko-KR" sz="1600" b="1" dirty="0">
                <a:solidFill>
                  <a:srgbClr val="0066CC"/>
                </a:solidFill>
                <a:ea typeface="Malgun Gothic"/>
              </a:rPr>
              <a:t> AI 인증 체계를 만들어야 한다.</a:t>
            </a:r>
          </a:p>
        </p:txBody>
      </p:sp>
      <p:sp>
        <p:nvSpPr>
          <p:cNvPr id="20" name="Benefits"/>
          <p:cNvSpPr/>
          <p:nvPr/>
        </p:nvSpPr>
        <p:spPr>
          <a:xfrm>
            <a:off x="838200" y="2895600"/>
            <a:ext cx="5029200" cy="3733800"/>
          </a:xfrm>
          <a:prstGeom prst="roundRect">
            <a:avLst/>
          </a:prstGeom>
          <a:solidFill>
            <a:srgbClr val="00A88F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FF6B35"/>
                </a:solidFill>
                <a:ea typeface="Malgun Gothic"/>
              </a:rPr>
              <a:t>EU에서 배운 교훈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인증기관 절반 탈락 → 심사 대기 18개월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건당 수억 원 인증 비용 → 스타트업 진입 장벽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기술 </a:t>
            </a:r>
            <a:r>
              <a:rPr lang="en-US" altLang="ko-KR" sz="1400" dirty="0">
                <a:solidFill>
                  <a:srgbClr val="2D3561"/>
                </a:solidFill>
                <a:ea typeface="Malgun Gothic"/>
              </a:rPr>
              <a:t>1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개월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 주기 vs 규제 4년</a:t>
            </a:r>
            <a:r>
              <a:rPr lang="en-US" altLang="ko-KR" sz="1400" dirty="0">
                <a:solidFill>
                  <a:srgbClr val="2D3561"/>
                </a:solidFill>
                <a:ea typeface="Malgun Gothic"/>
              </a:rPr>
              <a:t> </a:t>
            </a:r>
            <a:r>
              <a:rPr lang="ko-KR" altLang="en-US" sz="1400" dirty="0">
                <a:solidFill>
                  <a:srgbClr val="2D3561"/>
                </a:solidFill>
                <a:ea typeface="Malgun Gothic"/>
              </a:rPr>
              <a:t>주기</a:t>
            </a:r>
            <a:r>
              <a:rPr lang="ko-KR" sz="1400" dirty="0">
                <a:solidFill>
                  <a:srgbClr val="2D3561"/>
                </a:solidFill>
                <a:ea typeface="Malgun Gothic"/>
              </a:rPr>
              <a:t> → 상시 사각지대</a:t>
            </a:r>
          </a:p>
          <a:p>
            <a:pPr marL="228600" indent="-228600">
              <a:spcBef>
                <a:spcPts val="300"/>
              </a:spcBef>
              <a:buFont typeface="Arial"/>
              <a:buChar char="→"/>
            </a:pPr>
            <a:r>
              <a:rPr lang="ko-KR" sz="1400" b="1" dirty="0">
                <a:solidFill>
                  <a:srgbClr val="FF6B35"/>
                </a:solidFill>
                <a:ea typeface="Malgun Gothic"/>
              </a:rPr>
              <a:t>한국은 이 실수를 반복하지 </a:t>
            </a:r>
            <a:r>
              <a:rPr lang="ko-KR" altLang="en-US" sz="1400" b="1" dirty="0">
                <a:solidFill>
                  <a:srgbClr val="FF6B35"/>
                </a:solidFill>
                <a:ea typeface="Malgun Gothic"/>
              </a:rPr>
              <a:t>않도록</a:t>
            </a:r>
            <a:endParaRPr lang="ko-KR" sz="1400" b="1" dirty="0">
              <a:solidFill>
                <a:srgbClr val="FF6B35"/>
              </a:solidFill>
              <a:ea typeface="Malgun Gothic"/>
            </a:endParaRPr>
          </a:p>
        </p:txBody>
      </p:sp>
      <p:sp>
        <p:nvSpPr>
          <p:cNvPr id="21" name="Safeguards"/>
          <p:cNvSpPr/>
          <p:nvPr/>
        </p:nvSpPr>
        <p:spPr>
          <a:xfrm>
            <a:off x="6096000" y="2895600"/>
            <a:ext cx="5105400" cy="3733800"/>
          </a:xfrm>
          <a:prstGeom prst="roundRect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ko-KR" sz="1600" b="1" dirty="0">
                <a:solidFill>
                  <a:srgbClr val="00A88F"/>
                </a:solidFill>
                <a:ea typeface="Malgun Gothic"/>
              </a:rPr>
              <a:t>한국형 AI 인증 제안</a:t>
            </a:r>
          </a:p>
          <a:p>
            <a:pPr marL="228600" indent="-228600">
              <a:spcBef>
                <a:spcPts val="300"/>
              </a:spcBef>
              <a:buFont typeface="Arial"/>
              <a:buChar char="①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고위험만 의무 인증, 나머지는 자율 신고</a:t>
            </a:r>
          </a:p>
          <a:p>
            <a:pPr marL="228600" indent="-228600">
              <a:spcBef>
                <a:spcPts val="300"/>
              </a:spcBef>
              <a:buFont typeface="Arial"/>
              <a:buChar char="②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기존 공인기관 활용 + 진입 문턱 낮춘 신규 지정</a:t>
            </a:r>
          </a:p>
          <a:p>
            <a:pPr marL="228600" indent="-228600">
              <a:spcBef>
                <a:spcPts val="300"/>
              </a:spcBef>
              <a:buFont typeface="Arial"/>
              <a:buChar char="③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인증 비용 정부 분담으로 스타트업 부담 완화</a:t>
            </a:r>
          </a:p>
          <a:p>
            <a:pPr marL="228600" indent="-228600">
              <a:spcBef>
                <a:spcPts val="300"/>
              </a:spcBef>
              <a:buFont typeface="Arial"/>
              <a:buChar char="④"/>
            </a:pPr>
            <a:r>
              <a:rPr lang="ko-KR" sz="1400" dirty="0">
                <a:solidFill>
                  <a:srgbClr val="2D3561"/>
                </a:solidFill>
                <a:ea typeface="Malgun Gothic"/>
              </a:rPr>
              <a:t>샌드박스로 먼저 검증, 전면 시행은 그 후</a:t>
            </a:r>
          </a:p>
        </p:txBody>
      </p:sp>
    </p:spTree>
    <p:extLst>
      <p:ext uri="{BB962C8B-B14F-4D97-AF65-F5344CB8AC3E}">
        <p14:creationId xmlns:p14="http://schemas.microsoft.com/office/powerpoint/2010/main" val="303927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896319814]">
  <a:themeElements>
    <a:clrScheme name="AI Certification">
      <a:dk1>
        <a:srgbClr val="1A1F36"/>
      </a:dk1>
      <a:lt1>
        <a:srgbClr val="FFFFFF"/>
      </a:lt1>
      <a:dk2>
        <a:srgbClr val="2D3561"/>
      </a:dk2>
      <a:lt2>
        <a:srgbClr val="F0F2F8"/>
      </a:lt2>
      <a:accent1>
        <a:srgbClr val="0066CC"/>
      </a:accent1>
      <a:accent2>
        <a:srgbClr val="00A88F"/>
      </a:accent2>
      <a:accent3>
        <a:srgbClr val="FF6B35"/>
      </a:accent3>
      <a:accent4>
        <a:srgbClr val="7B68EE"/>
      </a:accent4>
      <a:accent5>
        <a:srgbClr val="E8ECF4"/>
      </a:accent5>
      <a:accent6>
        <a:srgbClr val="34495E"/>
      </a:accent6>
      <a:hlink>
        <a:srgbClr val="0563C1"/>
      </a:hlink>
      <a:folHlink>
        <a:srgbClr val="954F72"/>
      </a:folHlink>
    </a:clrScheme>
    <a:fontScheme name="AI Certification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44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656142-58f9-4fbb-a07c-cc1888e8e5e5}">
  <we:reference id="WA200010001" version="1.0.0.1" store="en-US" storeType="OMEX"/>
  <we:alternateReferences/>
  <we:properties>
    <we:property name="Microsoft.Office.CampaignId" value="&quot;none&quot;"/>
    <we:property name="claude.fileId" value="&quot;48f49d93-8364-43e2-8944-1d66c809db3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575</Words>
  <Application>Microsoft Office PowerPoint</Application>
  <PresentationFormat>와이드스크린</PresentationFormat>
  <Paragraphs>117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맑은 고딕</vt:lpstr>
      <vt:lpstr>Arial</vt:lpstr>
      <vt:lpstr>Segoe UI</vt:lpstr>
      <vt:lpstr>Segoe UI Semibold</vt:lpstr>
      <vt:lpstr>Office Theme [1775896319814]</vt:lpstr>
      <vt:lpstr>PowerPoint 프레젠테이션</vt:lpstr>
      <vt:lpstr>서론 | AI 인증 체계의 필요성</vt:lpstr>
      <vt:lpstr>EU AI Act | 인증기관(Notified Body) 구조</vt:lpstr>
      <vt:lpstr>한국의 AI 검증체계 | 현황과 과제</vt:lpstr>
      <vt:lpstr>민간 인증의 법적 인정 필요성 | 국내 국가규제 실패 사례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Jay Lee</cp:lastModifiedBy>
  <cp:revision>4</cp:revision>
  <dcterms:created xsi:type="dcterms:W3CDTF">2018-06-07T21:39:02Z</dcterms:created>
  <dcterms:modified xsi:type="dcterms:W3CDTF">2026-04-11T11:41:18Z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